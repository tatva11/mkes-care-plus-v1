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Open Sans" charset="1" panose="00000000000000000000"/>
      <p:regular r:id="rId16"/>
    </p:embeddedFont>
    <p:embeddedFont>
      <p:font typeface="Poppins" charset="1" panose="00000500000000000000"/>
      <p:regular r:id="rId17"/>
    </p:embeddedFont>
    <p:embeddedFont>
      <p:font typeface="Poppins Bold" charset="1" panose="00000800000000000000"/>
      <p:regular r:id="rId18"/>
    </p:embeddedFont>
    <p:embeddedFont>
      <p:font typeface="Open Sans Bold" charset="1" panose="00000000000000000000"/>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jpe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 Id="rId7" Target="../media/image6.pn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 Id="rId4" Target="../media/image3.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6.svg" Type="http://schemas.openxmlformats.org/officeDocument/2006/relationships/image"/><Relationship Id="rId11" Target="../media/image17.png" Type="http://schemas.openxmlformats.org/officeDocument/2006/relationships/image"/><Relationship Id="rId12" Target="../media/image18.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jpeg" Type="http://schemas.openxmlformats.org/officeDocument/2006/relationships/image"/><Relationship Id="rId5" Target="../media/image11.png" Type="http://schemas.openxmlformats.org/officeDocument/2006/relationships/image"/><Relationship Id="rId6" Target="../media/image12.svg" Type="http://schemas.openxmlformats.org/officeDocument/2006/relationships/image"/><Relationship Id="rId7" Target="../media/image13.png" Type="http://schemas.openxmlformats.org/officeDocument/2006/relationships/image"/><Relationship Id="rId8" Target="../media/image14.svg" Type="http://schemas.openxmlformats.org/officeDocument/2006/relationships/image"/><Relationship Id="rId9" Target="../media/image15.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jpeg" Type="http://schemas.openxmlformats.org/officeDocument/2006/relationships/image"/><Relationship Id="rId5" Target="../media/image19.png" Type="http://schemas.openxmlformats.org/officeDocument/2006/relationships/image"/><Relationship Id="rId6" Target="../media/image20.png" Type="http://schemas.openxmlformats.org/officeDocument/2006/relationships/image"/><Relationship Id="rId7" Target="../media/image21.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7.svg" Type="http://schemas.openxmlformats.org/officeDocument/2006/relationships/image"/><Relationship Id="rId11" Target="../media/image28.png" Type="http://schemas.openxmlformats.org/officeDocument/2006/relationships/image"/><Relationship Id="rId12" Target="../media/image29.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jpeg" Type="http://schemas.openxmlformats.org/officeDocument/2006/relationships/image"/><Relationship Id="rId5" Target="../media/image22.png" Type="http://schemas.openxmlformats.org/officeDocument/2006/relationships/image"/><Relationship Id="rId6" Target="../media/image23.svg" Type="http://schemas.openxmlformats.org/officeDocument/2006/relationships/image"/><Relationship Id="rId7" Target="../media/image24.png" Type="http://schemas.openxmlformats.org/officeDocument/2006/relationships/image"/><Relationship Id="rId8" Target="../media/image25.svg" Type="http://schemas.openxmlformats.org/officeDocument/2006/relationships/image"/><Relationship Id="rId9" Target="../media/image26.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293116" y="565634"/>
            <a:ext cx="397367" cy="28996"/>
            <a:chOff x="0" y="0"/>
            <a:chExt cx="128243" cy="9358"/>
          </a:xfrm>
        </p:grpSpPr>
        <p:sp>
          <p:nvSpPr>
            <p:cNvPr name="Freeform 3" id="3"/>
            <p:cNvSpPr/>
            <p:nvPr/>
          </p:nvSpPr>
          <p:spPr>
            <a:xfrm flipH="false" flipV="false" rot="0">
              <a:off x="0" y="0"/>
              <a:ext cx="128243" cy="9358"/>
            </a:xfrm>
            <a:custGeom>
              <a:avLst/>
              <a:gdLst/>
              <a:ahLst/>
              <a:cxnLst/>
              <a:rect r="r" b="b" t="t" l="l"/>
              <a:pathLst>
                <a:path h="9358" w="128243">
                  <a:moveTo>
                    <a:pt x="0" y="0"/>
                  </a:moveTo>
                  <a:lnTo>
                    <a:pt x="128243" y="0"/>
                  </a:lnTo>
                  <a:lnTo>
                    <a:pt x="128243" y="9358"/>
                  </a:lnTo>
                  <a:lnTo>
                    <a:pt x="0" y="9358"/>
                  </a:lnTo>
                  <a:close/>
                </a:path>
              </a:pathLst>
            </a:custGeom>
            <a:solidFill>
              <a:srgbClr val="335ACF"/>
            </a:solidFill>
          </p:spPr>
        </p:sp>
        <p:sp>
          <p:nvSpPr>
            <p:cNvPr name="TextBox 4" id="4"/>
            <p:cNvSpPr txBox="true"/>
            <p:nvPr/>
          </p:nvSpPr>
          <p:spPr>
            <a:xfrm>
              <a:off x="0" y="-38100"/>
              <a:ext cx="128243" cy="47458"/>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7293116" y="657737"/>
            <a:ext cx="397367" cy="28996"/>
            <a:chOff x="0" y="0"/>
            <a:chExt cx="128243" cy="9358"/>
          </a:xfrm>
        </p:grpSpPr>
        <p:sp>
          <p:nvSpPr>
            <p:cNvPr name="Freeform 6" id="6"/>
            <p:cNvSpPr/>
            <p:nvPr/>
          </p:nvSpPr>
          <p:spPr>
            <a:xfrm flipH="false" flipV="false" rot="0">
              <a:off x="0" y="0"/>
              <a:ext cx="128243" cy="9358"/>
            </a:xfrm>
            <a:custGeom>
              <a:avLst/>
              <a:gdLst/>
              <a:ahLst/>
              <a:cxnLst/>
              <a:rect r="r" b="b" t="t" l="l"/>
              <a:pathLst>
                <a:path h="9358" w="128243">
                  <a:moveTo>
                    <a:pt x="0" y="0"/>
                  </a:moveTo>
                  <a:lnTo>
                    <a:pt x="128243" y="0"/>
                  </a:lnTo>
                  <a:lnTo>
                    <a:pt x="128243" y="9358"/>
                  </a:lnTo>
                  <a:lnTo>
                    <a:pt x="0" y="9358"/>
                  </a:lnTo>
                  <a:close/>
                </a:path>
              </a:pathLst>
            </a:custGeom>
            <a:solidFill>
              <a:srgbClr val="335ACF"/>
            </a:solidFill>
          </p:spPr>
        </p:sp>
        <p:sp>
          <p:nvSpPr>
            <p:cNvPr name="TextBox 7" id="7"/>
            <p:cNvSpPr txBox="true"/>
            <p:nvPr/>
          </p:nvSpPr>
          <p:spPr>
            <a:xfrm>
              <a:off x="0" y="-38100"/>
              <a:ext cx="128243" cy="47458"/>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false" flipV="false" rot="0">
            <a:off x="673429" y="486649"/>
            <a:ext cx="274427" cy="260019"/>
          </a:xfrm>
          <a:custGeom>
            <a:avLst/>
            <a:gdLst/>
            <a:ahLst/>
            <a:cxnLst/>
            <a:rect r="r" b="b" t="t" l="l"/>
            <a:pathLst>
              <a:path h="260019" w="274427">
                <a:moveTo>
                  <a:pt x="0" y="0"/>
                </a:moveTo>
                <a:lnTo>
                  <a:pt x="274427" y="0"/>
                </a:lnTo>
                <a:lnTo>
                  <a:pt x="274427" y="260020"/>
                </a:lnTo>
                <a:lnTo>
                  <a:pt x="0" y="26002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9" id="9"/>
          <p:cNvGrpSpPr/>
          <p:nvPr/>
        </p:nvGrpSpPr>
        <p:grpSpPr>
          <a:xfrm rot="0">
            <a:off x="18177932" y="8597752"/>
            <a:ext cx="110068" cy="660548"/>
            <a:chOff x="0" y="0"/>
            <a:chExt cx="28989" cy="173972"/>
          </a:xfrm>
        </p:grpSpPr>
        <p:sp>
          <p:nvSpPr>
            <p:cNvPr name="Freeform 10" id="10"/>
            <p:cNvSpPr/>
            <p:nvPr/>
          </p:nvSpPr>
          <p:spPr>
            <a:xfrm flipH="false" flipV="false" rot="0">
              <a:off x="0" y="0"/>
              <a:ext cx="28989" cy="173972"/>
            </a:xfrm>
            <a:custGeom>
              <a:avLst/>
              <a:gdLst/>
              <a:ahLst/>
              <a:cxnLst/>
              <a:rect r="r" b="b" t="t" l="l"/>
              <a:pathLst>
                <a:path h="173972" w="28989">
                  <a:moveTo>
                    <a:pt x="0" y="0"/>
                  </a:moveTo>
                  <a:lnTo>
                    <a:pt x="28989" y="0"/>
                  </a:lnTo>
                  <a:lnTo>
                    <a:pt x="28989" y="173972"/>
                  </a:lnTo>
                  <a:lnTo>
                    <a:pt x="0" y="173972"/>
                  </a:lnTo>
                  <a:close/>
                </a:path>
              </a:pathLst>
            </a:custGeom>
            <a:solidFill>
              <a:srgbClr val="335ACF"/>
            </a:solidFill>
          </p:spPr>
        </p:sp>
        <p:sp>
          <p:nvSpPr>
            <p:cNvPr name="TextBox 11" id="11"/>
            <p:cNvSpPr txBox="true"/>
            <p:nvPr/>
          </p:nvSpPr>
          <p:spPr>
            <a:xfrm>
              <a:off x="0" y="-38100"/>
              <a:ext cx="28989" cy="212072"/>
            </a:xfrm>
            <a:prstGeom prst="rect">
              <a:avLst/>
            </a:prstGeom>
          </p:spPr>
          <p:txBody>
            <a:bodyPr anchor="ctr" rtlCol="false" tIns="50800" lIns="50800" bIns="50800" rIns="50800"/>
            <a:lstStyle/>
            <a:p>
              <a:pPr algn="ctr">
                <a:lnSpc>
                  <a:spcPts val="2659"/>
                </a:lnSpc>
              </a:pPr>
            </a:p>
          </p:txBody>
        </p:sp>
      </p:grpSp>
      <p:grpSp>
        <p:nvGrpSpPr>
          <p:cNvPr name="Group 12" id="12"/>
          <p:cNvGrpSpPr>
            <a:grpSpLocks noChangeAspect="true"/>
          </p:cNvGrpSpPr>
          <p:nvPr/>
        </p:nvGrpSpPr>
        <p:grpSpPr>
          <a:xfrm rot="0">
            <a:off x="10704283" y="1694557"/>
            <a:ext cx="5876304" cy="11627276"/>
            <a:chOff x="0" y="0"/>
            <a:chExt cx="2620010" cy="5184140"/>
          </a:xfrm>
        </p:grpSpPr>
        <p:sp>
          <p:nvSpPr>
            <p:cNvPr name="Freeform 13" id="13"/>
            <p:cNvSpPr/>
            <p:nvPr/>
          </p:nvSpPr>
          <p:spPr>
            <a:xfrm flipH="false" flipV="false" rot="0">
              <a:off x="53340" y="25400"/>
              <a:ext cx="2513330" cy="5132070"/>
            </a:xfrm>
            <a:custGeom>
              <a:avLst/>
              <a:gdLst/>
              <a:ahLst/>
              <a:cxnLst/>
              <a:rect r="r" b="b" t="t" l="l"/>
              <a:pathLst>
                <a:path h="5132070" w="251333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sp>
        <p:sp>
          <p:nvSpPr>
            <p:cNvPr name="Freeform 14" id="14"/>
            <p:cNvSpPr/>
            <p:nvPr/>
          </p:nvSpPr>
          <p:spPr>
            <a:xfrm flipH="false" flipV="false" rot="0">
              <a:off x="185420" y="156210"/>
              <a:ext cx="2250453" cy="4876800"/>
            </a:xfrm>
            <a:custGeom>
              <a:avLst/>
              <a:gdLst/>
              <a:ahLst/>
              <a:cxnLst/>
              <a:rect r="r" b="b" t="t" l="l"/>
              <a:pathLst>
                <a:path h="4876800" w="2250453">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a:blip r:embed="rId4"/>
              <a:stretch>
                <a:fillRect l="-58351" t="0" r="-58351" b="0"/>
              </a:stretch>
            </a:blipFill>
          </p:spPr>
        </p:sp>
        <p:sp>
          <p:nvSpPr>
            <p:cNvPr name="Freeform 15" id="15"/>
            <p:cNvSpPr/>
            <p:nvPr/>
          </p:nvSpPr>
          <p:spPr>
            <a:xfrm flipH="false" flipV="false" rot="0">
              <a:off x="1121410" y="198120"/>
              <a:ext cx="347980" cy="43180"/>
            </a:xfrm>
            <a:custGeom>
              <a:avLst/>
              <a:gdLst/>
              <a:ahLst/>
              <a:cxnLst/>
              <a:rect r="r" b="b" t="t" l="l"/>
              <a:pathLst>
                <a:path h="43180" w="3479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606060"/>
            </a:solidFill>
          </p:spPr>
        </p:sp>
        <p:sp>
          <p:nvSpPr>
            <p:cNvPr name="Freeform 16" id="16"/>
            <p:cNvSpPr/>
            <p:nvPr/>
          </p:nvSpPr>
          <p:spPr>
            <a:xfrm flipH="false" flipV="false" rot="0">
              <a:off x="1579738" y="187960"/>
              <a:ext cx="63785" cy="63501"/>
            </a:xfrm>
            <a:custGeom>
              <a:avLst/>
              <a:gdLst/>
              <a:ahLst/>
              <a:cxnLst/>
              <a:rect r="r" b="b" t="t" l="l"/>
              <a:pathLst>
                <a:path h="63501" w="63785">
                  <a:moveTo>
                    <a:pt x="31892" y="0"/>
                  </a:moveTo>
                  <a:cubicBezTo>
                    <a:pt x="20515" y="-51"/>
                    <a:pt x="9980" y="5989"/>
                    <a:pt x="4277" y="15834"/>
                  </a:cubicBezTo>
                  <a:cubicBezTo>
                    <a:pt x="-1426" y="25678"/>
                    <a:pt x="-1426" y="37822"/>
                    <a:pt x="4277" y="47666"/>
                  </a:cubicBezTo>
                  <a:cubicBezTo>
                    <a:pt x="9980" y="57511"/>
                    <a:pt x="20515" y="63551"/>
                    <a:pt x="31892" y="63500"/>
                  </a:cubicBezTo>
                  <a:cubicBezTo>
                    <a:pt x="43269" y="63551"/>
                    <a:pt x="53804" y="57511"/>
                    <a:pt x="59507" y="47666"/>
                  </a:cubicBezTo>
                  <a:cubicBezTo>
                    <a:pt x="65210" y="37822"/>
                    <a:pt x="65210" y="25678"/>
                    <a:pt x="59507" y="15834"/>
                  </a:cubicBezTo>
                  <a:cubicBezTo>
                    <a:pt x="53804" y="5989"/>
                    <a:pt x="43269" y="-51"/>
                    <a:pt x="31892" y="0"/>
                  </a:cubicBezTo>
                  <a:close/>
                </a:path>
              </a:pathLst>
            </a:custGeom>
            <a:solidFill>
              <a:srgbClr val="606060"/>
            </a:solidFill>
          </p:spPr>
        </p:sp>
        <p:sp>
          <p:nvSpPr>
            <p:cNvPr name="Freeform 17" id="17"/>
            <p:cNvSpPr/>
            <p:nvPr/>
          </p:nvSpPr>
          <p:spPr>
            <a:xfrm flipH="false" flipV="false" rot="0">
              <a:off x="0" y="685800"/>
              <a:ext cx="27940" cy="213360"/>
            </a:xfrm>
            <a:custGeom>
              <a:avLst/>
              <a:gdLst/>
              <a:ahLst/>
              <a:cxnLst/>
              <a:rect r="r" b="b" t="t" l="l"/>
              <a:pathLst>
                <a:path h="213360" w="2794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B8B8B8"/>
            </a:solidFill>
          </p:spPr>
        </p:sp>
        <p:sp>
          <p:nvSpPr>
            <p:cNvPr name="Freeform 18" id="18"/>
            <p:cNvSpPr/>
            <p:nvPr/>
          </p:nvSpPr>
          <p:spPr>
            <a:xfrm flipH="false" flipV="false" rot="0">
              <a:off x="0" y="1057910"/>
              <a:ext cx="27940" cy="384810"/>
            </a:xfrm>
            <a:custGeom>
              <a:avLst/>
              <a:gdLst/>
              <a:ahLst/>
              <a:cxnLst/>
              <a:rect r="r" b="b" t="t" l="l"/>
              <a:pathLst>
                <a:path h="384810" w="2794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B8B8B8"/>
            </a:solidFill>
          </p:spPr>
        </p:sp>
        <p:sp>
          <p:nvSpPr>
            <p:cNvPr name="Freeform 19" id="19"/>
            <p:cNvSpPr/>
            <p:nvPr/>
          </p:nvSpPr>
          <p:spPr>
            <a:xfrm flipH="false" flipV="false" rot="0">
              <a:off x="0" y="1526540"/>
              <a:ext cx="27940" cy="386080"/>
            </a:xfrm>
            <a:custGeom>
              <a:avLst/>
              <a:gdLst/>
              <a:ahLst/>
              <a:cxnLst/>
              <a:rect r="r" b="b" t="t" l="l"/>
              <a:pathLst>
                <a:path h="386080" w="2794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B8B8B8"/>
            </a:solidFill>
          </p:spPr>
        </p:sp>
        <p:sp>
          <p:nvSpPr>
            <p:cNvPr name="Freeform 20" id="20"/>
            <p:cNvSpPr/>
            <p:nvPr/>
          </p:nvSpPr>
          <p:spPr>
            <a:xfrm flipH="false" flipV="false" rot="0">
              <a:off x="2592070" y="1184910"/>
              <a:ext cx="27940" cy="618490"/>
            </a:xfrm>
            <a:custGeom>
              <a:avLst/>
              <a:gdLst/>
              <a:ahLst/>
              <a:cxnLst/>
              <a:rect r="r" b="b" t="t" l="l"/>
              <a:pathLst>
                <a:path h="618490" w="2794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B8B8B8"/>
            </a:solidFill>
          </p:spPr>
        </p:sp>
        <p:sp>
          <p:nvSpPr>
            <p:cNvPr name="Freeform 21" id="21"/>
            <p:cNvSpPr/>
            <p:nvPr/>
          </p:nvSpPr>
          <p:spPr>
            <a:xfrm flipH="false" flipV="false" rot="0">
              <a:off x="27940" y="0"/>
              <a:ext cx="2564130" cy="5182870"/>
            </a:xfrm>
            <a:custGeom>
              <a:avLst/>
              <a:gdLst/>
              <a:ahLst/>
              <a:cxnLst/>
              <a:rect r="r" b="b" t="t" l="l"/>
              <a:pathLst>
                <a:path h="5182870" w="256413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E9E9E9"/>
            </a:solidFill>
          </p:spPr>
        </p:sp>
      </p:grpSp>
      <p:sp>
        <p:nvSpPr>
          <p:cNvPr name="Freeform 22" id="22"/>
          <p:cNvSpPr/>
          <p:nvPr/>
        </p:nvSpPr>
        <p:spPr>
          <a:xfrm flipH="false" flipV="false" rot="0">
            <a:off x="7419098" y="4406610"/>
            <a:ext cx="4851690" cy="4851690"/>
          </a:xfrm>
          <a:custGeom>
            <a:avLst/>
            <a:gdLst/>
            <a:ahLst/>
            <a:cxnLst/>
            <a:rect r="r" b="b" t="t" l="l"/>
            <a:pathLst>
              <a:path h="4851690" w="4851690">
                <a:moveTo>
                  <a:pt x="0" y="0"/>
                </a:moveTo>
                <a:lnTo>
                  <a:pt x="4851690" y="0"/>
                </a:lnTo>
                <a:lnTo>
                  <a:pt x="4851690" y="4851690"/>
                </a:lnTo>
                <a:lnTo>
                  <a:pt x="0" y="4851690"/>
                </a:lnTo>
                <a:lnTo>
                  <a:pt x="0" y="0"/>
                </a:lnTo>
                <a:close/>
              </a:path>
            </a:pathLst>
          </a:custGeom>
          <a:blipFill>
            <a:blip r:embed="rId5">
              <a:alphaModFix amt="21999"/>
            </a:blip>
            <a:stretch>
              <a:fillRect l="0" t="0" r="0" b="0"/>
            </a:stretch>
          </a:blipFill>
        </p:spPr>
      </p:sp>
      <p:sp>
        <p:nvSpPr>
          <p:cNvPr name="Freeform 23" id="23"/>
          <p:cNvSpPr/>
          <p:nvPr/>
        </p:nvSpPr>
        <p:spPr>
          <a:xfrm flipH="false" flipV="false" rot="0">
            <a:off x="9995932" y="4406610"/>
            <a:ext cx="4851690" cy="4851690"/>
          </a:xfrm>
          <a:custGeom>
            <a:avLst/>
            <a:gdLst/>
            <a:ahLst/>
            <a:cxnLst/>
            <a:rect r="r" b="b" t="t" l="l"/>
            <a:pathLst>
              <a:path h="4851690" w="4851690">
                <a:moveTo>
                  <a:pt x="0" y="0"/>
                </a:moveTo>
                <a:lnTo>
                  <a:pt x="4851691" y="0"/>
                </a:lnTo>
                <a:lnTo>
                  <a:pt x="4851691" y="4851690"/>
                </a:lnTo>
                <a:lnTo>
                  <a:pt x="0" y="4851690"/>
                </a:lnTo>
                <a:lnTo>
                  <a:pt x="0" y="0"/>
                </a:lnTo>
                <a:close/>
              </a:path>
            </a:pathLst>
          </a:custGeom>
          <a:blipFill>
            <a:blip r:embed="rId5">
              <a:alphaModFix amt="21999"/>
            </a:blip>
            <a:stretch>
              <a:fillRect l="0" t="0" r="0" b="0"/>
            </a:stretch>
          </a:blipFill>
        </p:spPr>
      </p:sp>
      <p:grpSp>
        <p:nvGrpSpPr>
          <p:cNvPr name="Group 24" id="24"/>
          <p:cNvGrpSpPr/>
          <p:nvPr/>
        </p:nvGrpSpPr>
        <p:grpSpPr>
          <a:xfrm rot="0">
            <a:off x="8394727" y="5309790"/>
            <a:ext cx="5139841" cy="2819922"/>
            <a:chOff x="0" y="0"/>
            <a:chExt cx="1052050" cy="577197"/>
          </a:xfrm>
        </p:grpSpPr>
        <p:sp>
          <p:nvSpPr>
            <p:cNvPr name="Freeform 25" id="25"/>
            <p:cNvSpPr/>
            <p:nvPr/>
          </p:nvSpPr>
          <p:spPr>
            <a:xfrm flipH="false" flipV="false" rot="0">
              <a:off x="0" y="0"/>
              <a:ext cx="1052050" cy="577197"/>
            </a:xfrm>
            <a:custGeom>
              <a:avLst/>
              <a:gdLst/>
              <a:ahLst/>
              <a:cxnLst/>
              <a:rect r="r" b="b" t="t" l="l"/>
              <a:pathLst>
                <a:path h="577197" w="1052050">
                  <a:moveTo>
                    <a:pt x="75313" y="0"/>
                  </a:moveTo>
                  <a:lnTo>
                    <a:pt x="976737" y="0"/>
                  </a:lnTo>
                  <a:cubicBezTo>
                    <a:pt x="1018332" y="0"/>
                    <a:pt x="1052050" y="33719"/>
                    <a:pt x="1052050" y="75313"/>
                  </a:cubicBezTo>
                  <a:lnTo>
                    <a:pt x="1052050" y="501884"/>
                  </a:lnTo>
                  <a:cubicBezTo>
                    <a:pt x="1052050" y="543478"/>
                    <a:pt x="1018332" y="577197"/>
                    <a:pt x="976737" y="577197"/>
                  </a:cubicBezTo>
                  <a:lnTo>
                    <a:pt x="75313" y="577197"/>
                  </a:lnTo>
                  <a:cubicBezTo>
                    <a:pt x="33719" y="577197"/>
                    <a:pt x="0" y="543478"/>
                    <a:pt x="0" y="501884"/>
                  </a:cubicBezTo>
                  <a:lnTo>
                    <a:pt x="0" y="75313"/>
                  </a:lnTo>
                  <a:cubicBezTo>
                    <a:pt x="0" y="33719"/>
                    <a:pt x="33719" y="0"/>
                    <a:pt x="75313" y="0"/>
                  </a:cubicBezTo>
                  <a:close/>
                </a:path>
              </a:pathLst>
            </a:custGeom>
            <a:solidFill>
              <a:srgbClr val="FFFFFF"/>
            </a:solidFill>
          </p:spPr>
        </p:sp>
        <p:sp>
          <p:nvSpPr>
            <p:cNvPr name="TextBox 26" id="26"/>
            <p:cNvSpPr txBox="true"/>
            <p:nvPr/>
          </p:nvSpPr>
          <p:spPr>
            <a:xfrm>
              <a:off x="0" y="-38100"/>
              <a:ext cx="1052050" cy="615297"/>
            </a:xfrm>
            <a:prstGeom prst="rect">
              <a:avLst/>
            </a:prstGeom>
          </p:spPr>
          <p:txBody>
            <a:bodyPr anchor="ctr" rtlCol="false" tIns="47086" lIns="47086" bIns="47086" rIns="47086"/>
            <a:lstStyle/>
            <a:p>
              <a:pPr algn="ctr">
                <a:lnSpc>
                  <a:spcPts val="2659"/>
                </a:lnSpc>
              </a:pPr>
            </a:p>
          </p:txBody>
        </p:sp>
      </p:grpSp>
      <p:pic>
        <p:nvPicPr>
          <p:cNvPr name="Picture 27" id="27"/>
          <p:cNvPicPr>
            <a:picLocks noChangeAspect="true"/>
          </p:cNvPicPr>
          <p:nvPr/>
        </p:nvPicPr>
        <p:blipFill>
          <a:blip r:embed="rId6"/>
          <a:stretch>
            <a:fillRect/>
          </a:stretch>
        </p:blipFill>
        <p:spPr>
          <a:xfrm rot="0">
            <a:off x="9020955" y="5632808"/>
            <a:ext cx="1810448" cy="1810448"/>
          </a:xfrm>
          <a:prstGeom prst="rect">
            <a:avLst/>
          </a:prstGeom>
        </p:spPr>
      </p:pic>
      <p:pic>
        <p:nvPicPr>
          <p:cNvPr name="Picture 28" id="28"/>
          <p:cNvPicPr>
            <a:picLocks noChangeAspect="true"/>
          </p:cNvPicPr>
          <p:nvPr/>
        </p:nvPicPr>
        <p:blipFill>
          <a:blip r:embed="rId7"/>
          <a:stretch>
            <a:fillRect/>
          </a:stretch>
        </p:blipFill>
        <p:spPr>
          <a:xfrm rot="0">
            <a:off x="11097891" y="5632808"/>
            <a:ext cx="1810448" cy="1810448"/>
          </a:xfrm>
          <a:prstGeom prst="rect">
            <a:avLst/>
          </a:prstGeom>
        </p:spPr>
      </p:pic>
      <p:grpSp>
        <p:nvGrpSpPr>
          <p:cNvPr name="Group 29" id="29"/>
          <p:cNvGrpSpPr/>
          <p:nvPr/>
        </p:nvGrpSpPr>
        <p:grpSpPr>
          <a:xfrm rot="0">
            <a:off x="1927286" y="7219080"/>
            <a:ext cx="2003612" cy="775869"/>
            <a:chOff x="0" y="0"/>
            <a:chExt cx="2098984" cy="812800"/>
          </a:xfrm>
        </p:grpSpPr>
        <p:sp>
          <p:nvSpPr>
            <p:cNvPr name="Freeform 30" id="30"/>
            <p:cNvSpPr/>
            <p:nvPr/>
          </p:nvSpPr>
          <p:spPr>
            <a:xfrm flipH="false" flipV="false" rot="0">
              <a:off x="0" y="0"/>
              <a:ext cx="2098984" cy="812800"/>
            </a:xfrm>
            <a:custGeom>
              <a:avLst/>
              <a:gdLst/>
              <a:ahLst/>
              <a:cxnLst/>
              <a:rect r="r" b="b" t="t" l="l"/>
              <a:pathLst>
                <a:path h="812800" w="2098984">
                  <a:moveTo>
                    <a:pt x="386398" y="0"/>
                  </a:moveTo>
                  <a:lnTo>
                    <a:pt x="1712586" y="0"/>
                  </a:lnTo>
                  <a:cubicBezTo>
                    <a:pt x="1925987" y="0"/>
                    <a:pt x="2098984" y="172996"/>
                    <a:pt x="2098984" y="386398"/>
                  </a:cubicBezTo>
                  <a:lnTo>
                    <a:pt x="2098984" y="426402"/>
                  </a:lnTo>
                  <a:cubicBezTo>
                    <a:pt x="2098984" y="639804"/>
                    <a:pt x="1925987" y="812800"/>
                    <a:pt x="1712586" y="812800"/>
                  </a:cubicBezTo>
                  <a:lnTo>
                    <a:pt x="386398" y="812800"/>
                  </a:lnTo>
                  <a:cubicBezTo>
                    <a:pt x="172996" y="812800"/>
                    <a:pt x="0" y="639804"/>
                    <a:pt x="0" y="426402"/>
                  </a:cubicBezTo>
                  <a:lnTo>
                    <a:pt x="0" y="386398"/>
                  </a:lnTo>
                  <a:cubicBezTo>
                    <a:pt x="0" y="172996"/>
                    <a:pt x="172996" y="0"/>
                    <a:pt x="386398" y="0"/>
                  </a:cubicBezTo>
                  <a:close/>
                </a:path>
              </a:pathLst>
            </a:custGeom>
            <a:solidFill>
              <a:srgbClr val="335ACF"/>
            </a:solidFill>
          </p:spPr>
        </p:sp>
        <p:sp>
          <p:nvSpPr>
            <p:cNvPr name="TextBox 31" id="31"/>
            <p:cNvSpPr txBox="true"/>
            <p:nvPr/>
          </p:nvSpPr>
          <p:spPr>
            <a:xfrm>
              <a:off x="0" y="-38100"/>
              <a:ext cx="2098984" cy="850900"/>
            </a:xfrm>
            <a:prstGeom prst="rect">
              <a:avLst/>
            </a:prstGeom>
          </p:spPr>
          <p:txBody>
            <a:bodyPr anchor="ctr" rtlCol="false" tIns="50800" lIns="50800" bIns="50800" rIns="50800"/>
            <a:lstStyle/>
            <a:p>
              <a:pPr algn="ctr">
                <a:lnSpc>
                  <a:spcPts val="2659"/>
                </a:lnSpc>
              </a:pPr>
            </a:p>
          </p:txBody>
        </p:sp>
      </p:grpSp>
      <p:sp>
        <p:nvSpPr>
          <p:cNvPr name="Freeform 32" id="32"/>
          <p:cNvSpPr/>
          <p:nvPr/>
        </p:nvSpPr>
        <p:spPr>
          <a:xfrm flipH="false" flipV="false" rot="0">
            <a:off x="4300739" y="7358261"/>
            <a:ext cx="497506" cy="497506"/>
          </a:xfrm>
          <a:custGeom>
            <a:avLst/>
            <a:gdLst/>
            <a:ahLst/>
            <a:cxnLst/>
            <a:rect r="r" b="b" t="t" l="l"/>
            <a:pathLst>
              <a:path h="497506" w="497506">
                <a:moveTo>
                  <a:pt x="0" y="0"/>
                </a:moveTo>
                <a:lnTo>
                  <a:pt x="497506" y="0"/>
                </a:lnTo>
                <a:lnTo>
                  <a:pt x="497506" y="497506"/>
                </a:lnTo>
                <a:lnTo>
                  <a:pt x="0" y="49750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33" id="33"/>
          <p:cNvSpPr txBox="true"/>
          <p:nvPr/>
        </p:nvSpPr>
        <p:spPr>
          <a:xfrm rot="0">
            <a:off x="1039108" y="517674"/>
            <a:ext cx="1547756"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Studio Shodwe</a:t>
            </a:r>
          </a:p>
        </p:txBody>
      </p:sp>
      <p:sp>
        <p:nvSpPr>
          <p:cNvPr name="TextBox 34" id="34"/>
          <p:cNvSpPr txBox="true"/>
          <p:nvPr/>
        </p:nvSpPr>
        <p:spPr>
          <a:xfrm rot="0">
            <a:off x="15940842" y="517674"/>
            <a:ext cx="978460"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Contact</a:t>
            </a:r>
          </a:p>
        </p:txBody>
      </p:sp>
      <p:sp>
        <p:nvSpPr>
          <p:cNvPr name="TextBox 35" id="35"/>
          <p:cNvSpPr txBox="true"/>
          <p:nvPr/>
        </p:nvSpPr>
        <p:spPr>
          <a:xfrm rot="0">
            <a:off x="14385046" y="517674"/>
            <a:ext cx="1060497"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About Us</a:t>
            </a:r>
          </a:p>
        </p:txBody>
      </p:sp>
      <p:sp>
        <p:nvSpPr>
          <p:cNvPr name="TextBox 36" id="36"/>
          <p:cNvSpPr txBox="true"/>
          <p:nvPr/>
        </p:nvSpPr>
        <p:spPr>
          <a:xfrm rot="0">
            <a:off x="13154289" y="517674"/>
            <a:ext cx="735456"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Photo</a:t>
            </a:r>
          </a:p>
        </p:txBody>
      </p:sp>
      <p:sp>
        <p:nvSpPr>
          <p:cNvPr name="TextBox 37" id="37"/>
          <p:cNvSpPr txBox="true"/>
          <p:nvPr/>
        </p:nvSpPr>
        <p:spPr>
          <a:xfrm rot="0">
            <a:off x="11898530" y="517674"/>
            <a:ext cx="809760"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Home</a:t>
            </a:r>
          </a:p>
        </p:txBody>
      </p:sp>
      <p:sp>
        <p:nvSpPr>
          <p:cNvPr name="TextBox 38" id="38"/>
          <p:cNvSpPr txBox="true"/>
          <p:nvPr/>
        </p:nvSpPr>
        <p:spPr>
          <a:xfrm rot="0">
            <a:off x="1927286" y="1958676"/>
            <a:ext cx="5742791" cy="2099511"/>
          </a:xfrm>
          <a:prstGeom prst="rect">
            <a:avLst/>
          </a:prstGeom>
        </p:spPr>
        <p:txBody>
          <a:bodyPr anchor="t" rtlCol="false" tIns="0" lIns="0" bIns="0" rIns="0">
            <a:spAutoFit/>
          </a:bodyPr>
          <a:lstStyle/>
          <a:p>
            <a:pPr algn="l">
              <a:lnSpc>
                <a:spcPts val="16583"/>
              </a:lnSpc>
              <a:spcBef>
                <a:spcPct val="0"/>
              </a:spcBef>
            </a:pPr>
            <a:r>
              <a:rPr lang="en-US" sz="11845">
                <a:solidFill>
                  <a:srgbClr val="1F2020"/>
                </a:solidFill>
                <a:latin typeface="Poppins"/>
                <a:ea typeface="Poppins"/>
                <a:cs typeface="Poppins"/>
                <a:sym typeface="Poppins"/>
              </a:rPr>
              <a:t>Mobile</a:t>
            </a:r>
          </a:p>
        </p:txBody>
      </p:sp>
      <p:sp>
        <p:nvSpPr>
          <p:cNvPr name="TextBox 39" id="39"/>
          <p:cNvSpPr txBox="true"/>
          <p:nvPr/>
        </p:nvSpPr>
        <p:spPr>
          <a:xfrm rot="0">
            <a:off x="1927286" y="3171195"/>
            <a:ext cx="5095826" cy="2137454"/>
          </a:xfrm>
          <a:prstGeom prst="rect">
            <a:avLst/>
          </a:prstGeom>
        </p:spPr>
        <p:txBody>
          <a:bodyPr anchor="t" rtlCol="false" tIns="0" lIns="0" bIns="0" rIns="0">
            <a:spAutoFit/>
          </a:bodyPr>
          <a:lstStyle/>
          <a:p>
            <a:pPr algn="l">
              <a:lnSpc>
                <a:spcPts val="16583"/>
              </a:lnSpc>
              <a:spcBef>
                <a:spcPct val="0"/>
              </a:spcBef>
            </a:pPr>
            <a:r>
              <a:rPr lang="en-US" b="true" sz="11845">
                <a:solidFill>
                  <a:srgbClr val="335ACF"/>
                </a:solidFill>
                <a:latin typeface="Poppins Bold"/>
                <a:ea typeface="Poppins Bold"/>
                <a:cs typeface="Poppins Bold"/>
                <a:sym typeface="Poppins Bold"/>
              </a:rPr>
              <a:t>Apps</a:t>
            </a:r>
          </a:p>
        </p:txBody>
      </p:sp>
      <p:sp>
        <p:nvSpPr>
          <p:cNvPr name="TextBox 40" id="40"/>
          <p:cNvSpPr txBox="true"/>
          <p:nvPr/>
        </p:nvSpPr>
        <p:spPr>
          <a:xfrm rot="0">
            <a:off x="9056424" y="7360168"/>
            <a:ext cx="1739510" cy="295655"/>
          </a:xfrm>
          <a:prstGeom prst="rect">
            <a:avLst/>
          </a:prstGeom>
        </p:spPr>
        <p:txBody>
          <a:bodyPr anchor="t" rtlCol="false" tIns="0" lIns="0" bIns="0" rIns="0">
            <a:spAutoFit/>
          </a:bodyPr>
          <a:lstStyle/>
          <a:p>
            <a:pPr algn="ctr">
              <a:lnSpc>
                <a:spcPts val="2326"/>
              </a:lnSpc>
              <a:spcBef>
                <a:spcPct val="0"/>
              </a:spcBef>
            </a:pPr>
            <a:r>
              <a:rPr lang="en-US" b="true" sz="1662">
                <a:solidFill>
                  <a:srgbClr val="335ACF"/>
                </a:solidFill>
                <a:latin typeface="Poppins Bold"/>
                <a:ea typeface="Poppins Bold"/>
                <a:cs typeface="Poppins Bold"/>
                <a:sym typeface="Poppins Bold"/>
              </a:rPr>
              <a:t>Data 01</a:t>
            </a:r>
          </a:p>
        </p:txBody>
      </p:sp>
      <p:sp>
        <p:nvSpPr>
          <p:cNvPr name="TextBox 41" id="41"/>
          <p:cNvSpPr txBox="true"/>
          <p:nvPr/>
        </p:nvSpPr>
        <p:spPr>
          <a:xfrm rot="0">
            <a:off x="11133360" y="7360168"/>
            <a:ext cx="1739510" cy="295655"/>
          </a:xfrm>
          <a:prstGeom prst="rect">
            <a:avLst/>
          </a:prstGeom>
        </p:spPr>
        <p:txBody>
          <a:bodyPr anchor="t" rtlCol="false" tIns="0" lIns="0" bIns="0" rIns="0">
            <a:spAutoFit/>
          </a:bodyPr>
          <a:lstStyle/>
          <a:p>
            <a:pPr algn="ctr">
              <a:lnSpc>
                <a:spcPts val="2326"/>
              </a:lnSpc>
              <a:spcBef>
                <a:spcPct val="0"/>
              </a:spcBef>
            </a:pPr>
            <a:r>
              <a:rPr lang="en-US" b="true" sz="1662">
                <a:solidFill>
                  <a:srgbClr val="335ACF"/>
                </a:solidFill>
                <a:latin typeface="Poppins Bold"/>
                <a:ea typeface="Poppins Bold"/>
                <a:cs typeface="Poppins Bold"/>
                <a:sym typeface="Poppins Bold"/>
              </a:rPr>
              <a:t>Data 02</a:t>
            </a:r>
          </a:p>
        </p:txBody>
      </p:sp>
      <p:sp>
        <p:nvSpPr>
          <p:cNvPr name="TextBox 42" id="42"/>
          <p:cNvSpPr txBox="true"/>
          <p:nvPr/>
        </p:nvSpPr>
        <p:spPr>
          <a:xfrm rot="0">
            <a:off x="1927286" y="6073132"/>
            <a:ext cx="5240294" cy="616773"/>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Lorem ipsum dolor sit amet, consectetur adipiscing elit, sed do eiusmod tempor incididunt ut labore et dolore magna aliqua. Ut enim ad minim veniam, quis nostrud exercitation ullamco</a:t>
            </a:r>
          </a:p>
        </p:txBody>
      </p:sp>
      <p:sp>
        <p:nvSpPr>
          <p:cNvPr name="TextBox 43" id="43"/>
          <p:cNvSpPr txBox="true"/>
          <p:nvPr/>
        </p:nvSpPr>
        <p:spPr>
          <a:xfrm rot="0">
            <a:off x="1927286" y="7468868"/>
            <a:ext cx="2003612" cy="247718"/>
          </a:xfrm>
          <a:prstGeom prst="rect">
            <a:avLst/>
          </a:prstGeom>
        </p:spPr>
        <p:txBody>
          <a:bodyPr anchor="t" rtlCol="false" tIns="0" lIns="0" bIns="0" rIns="0">
            <a:spAutoFit/>
          </a:bodyPr>
          <a:lstStyle/>
          <a:p>
            <a:pPr algn="ctr">
              <a:lnSpc>
                <a:spcPts val="2057"/>
              </a:lnSpc>
              <a:spcBef>
                <a:spcPct val="0"/>
              </a:spcBef>
            </a:pPr>
            <a:r>
              <a:rPr lang="en-US" b="true" sz="1469">
                <a:solidFill>
                  <a:srgbClr val="FFFFFF"/>
                </a:solidFill>
                <a:latin typeface="Open Sans Bold"/>
                <a:ea typeface="Open Sans Bold"/>
                <a:cs typeface="Open Sans Bold"/>
                <a:sym typeface="Open Sans Bold"/>
              </a:rPr>
              <a:t>Explore Now</a:t>
            </a:r>
          </a:p>
        </p:txBody>
      </p:sp>
      <p:sp>
        <p:nvSpPr>
          <p:cNvPr name="TextBox 44" id="44"/>
          <p:cNvSpPr txBox="true"/>
          <p:nvPr/>
        </p:nvSpPr>
        <p:spPr>
          <a:xfrm rot="0">
            <a:off x="4951727" y="7468168"/>
            <a:ext cx="1741014" cy="248418"/>
          </a:xfrm>
          <a:prstGeom prst="rect">
            <a:avLst/>
          </a:prstGeom>
        </p:spPr>
        <p:txBody>
          <a:bodyPr anchor="t" rtlCol="false" tIns="0" lIns="0" bIns="0" rIns="0">
            <a:spAutoFit/>
          </a:bodyPr>
          <a:lstStyle/>
          <a:p>
            <a:pPr algn="l">
              <a:lnSpc>
                <a:spcPts val="2057"/>
              </a:lnSpc>
              <a:spcBef>
                <a:spcPct val="0"/>
              </a:spcBef>
            </a:pPr>
            <a:r>
              <a:rPr lang="en-US" b="true" sz="1469">
                <a:solidFill>
                  <a:srgbClr val="1F2020"/>
                </a:solidFill>
                <a:latin typeface="Open Sans Bold"/>
                <a:ea typeface="Open Sans Bold"/>
                <a:cs typeface="Open Sans Bold"/>
                <a:sym typeface="Open Sans Bold"/>
              </a:rPr>
              <a:t>Play Video</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293116" y="565634"/>
            <a:ext cx="397367" cy="28996"/>
            <a:chOff x="0" y="0"/>
            <a:chExt cx="128243" cy="9358"/>
          </a:xfrm>
        </p:grpSpPr>
        <p:sp>
          <p:nvSpPr>
            <p:cNvPr name="Freeform 3" id="3"/>
            <p:cNvSpPr/>
            <p:nvPr/>
          </p:nvSpPr>
          <p:spPr>
            <a:xfrm flipH="false" flipV="false" rot="0">
              <a:off x="0" y="0"/>
              <a:ext cx="128243" cy="9358"/>
            </a:xfrm>
            <a:custGeom>
              <a:avLst/>
              <a:gdLst/>
              <a:ahLst/>
              <a:cxnLst/>
              <a:rect r="r" b="b" t="t" l="l"/>
              <a:pathLst>
                <a:path h="9358" w="128243">
                  <a:moveTo>
                    <a:pt x="0" y="0"/>
                  </a:moveTo>
                  <a:lnTo>
                    <a:pt x="128243" y="0"/>
                  </a:lnTo>
                  <a:lnTo>
                    <a:pt x="128243" y="9358"/>
                  </a:lnTo>
                  <a:lnTo>
                    <a:pt x="0" y="9358"/>
                  </a:lnTo>
                  <a:close/>
                </a:path>
              </a:pathLst>
            </a:custGeom>
            <a:solidFill>
              <a:srgbClr val="335ACF"/>
            </a:solidFill>
          </p:spPr>
        </p:sp>
        <p:sp>
          <p:nvSpPr>
            <p:cNvPr name="TextBox 4" id="4"/>
            <p:cNvSpPr txBox="true"/>
            <p:nvPr/>
          </p:nvSpPr>
          <p:spPr>
            <a:xfrm>
              <a:off x="0" y="-38100"/>
              <a:ext cx="128243" cy="47458"/>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7293116" y="657737"/>
            <a:ext cx="397367" cy="28996"/>
            <a:chOff x="0" y="0"/>
            <a:chExt cx="128243" cy="9358"/>
          </a:xfrm>
        </p:grpSpPr>
        <p:sp>
          <p:nvSpPr>
            <p:cNvPr name="Freeform 6" id="6"/>
            <p:cNvSpPr/>
            <p:nvPr/>
          </p:nvSpPr>
          <p:spPr>
            <a:xfrm flipH="false" flipV="false" rot="0">
              <a:off x="0" y="0"/>
              <a:ext cx="128243" cy="9358"/>
            </a:xfrm>
            <a:custGeom>
              <a:avLst/>
              <a:gdLst/>
              <a:ahLst/>
              <a:cxnLst/>
              <a:rect r="r" b="b" t="t" l="l"/>
              <a:pathLst>
                <a:path h="9358" w="128243">
                  <a:moveTo>
                    <a:pt x="0" y="0"/>
                  </a:moveTo>
                  <a:lnTo>
                    <a:pt x="128243" y="0"/>
                  </a:lnTo>
                  <a:lnTo>
                    <a:pt x="128243" y="9358"/>
                  </a:lnTo>
                  <a:lnTo>
                    <a:pt x="0" y="9358"/>
                  </a:lnTo>
                  <a:close/>
                </a:path>
              </a:pathLst>
            </a:custGeom>
            <a:solidFill>
              <a:srgbClr val="335ACF"/>
            </a:solidFill>
          </p:spPr>
        </p:sp>
        <p:sp>
          <p:nvSpPr>
            <p:cNvPr name="TextBox 7" id="7"/>
            <p:cNvSpPr txBox="true"/>
            <p:nvPr/>
          </p:nvSpPr>
          <p:spPr>
            <a:xfrm>
              <a:off x="0" y="-38100"/>
              <a:ext cx="128243" cy="47458"/>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false" flipV="false" rot="0">
            <a:off x="673429" y="486649"/>
            <a:ext cx="274427" cy="260019"/>
          </a:xfrm>
          <a:custGeom>
            <a:avLst/>
            <a:gdLst/>
            <a:ahLst/>
            <a:cxnLst/>
            <a:rect r="r" b="b" t="t" l="l"/>
            <a:pathLst>
              <a:path h="260019" w="274427">
                <a:moveTo>
                  <a:pt x="0" y="0"/>
                </a:moveTo>
                <a:lnTo>
                  <a:pt x="274427" y="0"/>
                </a:lnTo>
                <a:lnTo>
                  <a:pt x="274427" y="260020"/>
                </a:lnTo>
                <a:lnTo>
                  <a:pt x="0" y="26002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9" id="9"/>
          <p:cNvGrpSpPr/>
          <p:nvPr/>
        </p:nvGrpSpPr>
        <p:grpSpPr>
          <a:xfrm rot="0">
            <a:off x="18177932" y="8597752"/>
            <a:ext cx="110068" cy="660548"/>
            <a:chOff x="0" y="0"/>
            <a:chExt cx="28989" cy="173972"/>
          </a:xfrm>
        </p:grpSpPr>
        <p:sp>
          <p:nvSpPr>
            <p:cNvPr name="Freeform 10" id="10"/>
            <p:cNvSpPr/>
            <p:nvPr/>
          </p:nvSpPr>
          <p:spPr>
            <a:xfrm flipH="false" flipV="false" rot="0">
              <a:off x="0" y="0"/>
              <a:ext cx="28989" cy="173972"/>
            </a:xfrm>
            <a:custGeom>
              <a:avLst/>
              <a:gdLst/>
              <a:ahLst/>
              <a:cxnLst/>
              <a:rect r="r" b="b" t="t" l="l"/>
              <a:pathLst>
                <a:path h="173972" w="28989">
                  <a:moveTo>
                    <a:pt x="0" y="0"/>
                  </a:moveTo>
                  <a:lnTo>
                    <a:pt x="28989" y="0"/>
                  </a:lnTo>
                  <a:lnTo>
                    <a:pt x="28989" y="173972"/>
                  </a:lnTo>
                  <a:lnTo>
                    <a:pt x="0" y="173972"/>
                  </a:lnTo>
                  <a:close/>
                </a:path>
              </a:pathLst>
            </a:custGeom>
            <a:solidFill>
              <a:srgbClr val="335ACF"/>
            </a:solidFill>
          </p:spPr>
        </p:sp>
        <p:sp>
          <p:nvSpPr>
            <p:cNvPr name="TextBox 11" id="11"/>
            <p:cNvSpPr txBox="true"/>
            <p:nvPr/>
          </p:nvSpPr>
          <p:spPr>
            <a:xfrm>
              <a:off x="0" y="-38100"/>
              <a:ext cx="28989" cy="212072"/>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0">
            <a:off x="810643" y="5532895"/>
            <a:ext cx="9163193" cy="9163193"/>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35ACF"/>
            </a:solidFill>
          </p:spPr>
        </p:sp>
        <p:sp>
          <p:nvSpPr>
            <p:cNvPr name="TextBox 14" id="14"/>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15" id="15"/>
          <p:cNvGrpSpPr>
            <a:grpSpLocks noChangeAspect="true"/>
          </p:cNvGrpSpPr>
          <p:nvPr/>
        </p:nvGrpSpPr>
        <p:grpSpPr>
          <a:xfrm rot="0">
            <a:off x="3491847" y="1596184"/>
            <a:ext cx="4180995" cy="8272818"/>
            <a:chOff x="0" y="0"/>
            <a:chExt cx="2620010" cy="5184140"/>
          </a:xfrm>
        </p:grpSpPr>
        <p:sp>
          <p:nvSpPr>
            <p:cNvPr name="Freeform 16" id="16"/>
            <p:cNvSpPr/>
            <p:nvPr/>
          </p:nvSpPr>
          <p:spPr>
            <a:xfrm flipH="false" flipV="false" rot="0">
              <a:off x="53340" y="25400"/>
              <a:ext cx="2513330" cy="5132070"/>
            </a:xfrm>
            <a:custGeom>
              <a:avLst/>
              <a:gdLst/>
              <a:ahLst/>
              <a:cxnLst/>
              <a:rect r="r" b="b" t="t" l="l"/>
              <a:pathLst>
                <a:path h="5132070" w="251333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sp>
        <p:sp>
          <p:nvSpPr>
            <p:cNvPr name="Freeform 17" id="17"/>
            <p:cNvSpPr/>
            <p:nvPr/>
          </p:nvSpPr>
          <p:spPr>
            <a:xfrm flipH="false" flipV="false" rot="0">
              <a:off x="185420" y="156210"/>
              <a:ext cx="2250453" cy="4876800"/>
            </a:xfrm>
            <a:custGeom>
              <a:avLst/>
              <a:gdLst/>
              <a:ahLst/>
              <a:cxnLst/>
              <a:rect r="r" b="b" t="t" l="l"/>
              <a:pathLst>
                <a:path h="4876800" w="2250453">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a:blip r:embed="rId4"/>
              <a:stretch>
                <a:fillRect l="-58351" t="0" r="-58351" b="0"/>
              </a:stretch>
            </a:blipFill>
          </p:spPr>
        </p:sp>
        <p:sp>
          <p:nvSpPr>
            <p:cNvPr name="Freeform 18" id="18"/>
            <p:cNvSpPr/>
            <p:nvPr/>
          </p:nvSpPr>
          <p:spPr>
            <a:xfrm flipH="false" flipV="false" rot="0">
              <a:off x="1121410" y="198120"/>
              <a:ext cx="347980" cy="43180"/>
            </a:xfrm>
            <a:custGeom>
              <a:avLst/>
              <a:gdLst/>
              <a:ahLst/>
              <a:cxnLst/>
              <a:rect r="r" b="b" t="t" l="l"/>
              <a:pathLst>
                <a:path h="43180" w="3479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606060"/>
            </a:solidFill>
          </p:spPr>
        </p:sp>
        <p:sp>
          <p:nvSpPr>
            <p:cNvPr name="Freeform 19" id="19"/>
            <p:cNvSpPr/>
            <p:nvPr/>
          </p:nvSpPr>
          <p:spPr>
            <a:xfrm flipH="false" flipV="false" rot="0">
              <a:off x="1579738" y="187960"/>
              <a:ext cx="63785" cy="63501"/>
            </a:xfrm>
            <a:custGeom>
              <a:avLst/>
              <a:gdLst/>
              <a:ahLst/>
              <a:cxnLst/>
              <a:rect r="r" b="b" t="t" l="l"/>
              <a:pathLst>
                <a:path h="63501" w="63785">
                  <a:moveTo>
                    <a:pt x="31892" y="0"/>
                  </a:moveTo>
                  <a:cubicBezTo>
                    <a:pt x="20515" y="-51"/>
                    <a:pt x="9980" y="5989"/>
                    <a:pt x="4277" y="15834"/>
                  </a:cubicBezTo>
                  <a:cubicBezTo>
                    <a:pt x="-1426" y="25678"/>
                    <a:pt x="-1426" y="37822"/>
                    <a:pt x="4277" y="47666"/>
                  </a:cubicBezTo>
                  <a:cubicBezTo>
                    <a:pt x="9980" y="57511"/>
                    <a:pt x="20515" y="63551"/>
                    <a:pt x="31892" y="63500"/>
                  </a:cubicBezTo>
                  <a:cubicBezTo>
                    <a:pt x="43269" y="63551"/>
                    <a:pt x="53804" y="57511"/>
                    <a:pt x="59507" y="47666"/>
                  </a:cubicBezTo>
                  <a:cubicBezTo>
                    <a:pt x="65210" y="37822"/>
                    <a:pt x="65210" y="25678"/>
                    <a:pt x="59507" y="15834"/>
                  </a:cubicBezTo>
                  <a:cubicBezTo>
                    <a:pt x="53804" y="5989"/>
                    <a:pt x="43269" y="-51"/>
                    <a:pt x="31892" y="0"/>
                  </a:cubicBezTo>
                  <a:close/>
                </a:path>
              </a:pathLst>
            </a:custGeom>
            <a:solidFill>
              <a:srgbClr val="606060"/>
            </a:solidFill>
          </p:spPr>
        </p:sp>
        <p:sp>
          <p:nvSpPr>
            <p:cNvPr name="Freeform 20" id="20"/>
            <p:cNvSpPr/>
            <p:nvPr/>
          </p:nvSpPr>
          <p:spPr>
            <a:xfrm flipH="false" flipV="false" rot="0">
              <a:off x="0" y="685800"/>
              <a:ext cx="27940" cy="213360"/>
            </a:xfrm>
            <a:custGeom>
              <a:avLst/>
              <a:gdLst/>
              <a:ahLst/>
              <a:cxnLst/>
              <a:rect r="r" b="b" t="t" l="l"/>
              <a:pathLst>
                <a:path h="213360" w="2794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B8B8B8"/>
            </a:solidFill>
          </p:spPr>
        </p:sp>
        <p:sp>
          <p:nvSpPr>
            <p:cNvPr name="Freeform 21" id="21"/>
            <p:cNvSpPr/>
            <p:nvPr/>
          </p:nvSpPr>
          <p:spPr>
            <a:xfrm flipH="false" flipV="false" rot="0">
              <a:off x="0" y="1057910"/>
              <a:ext cx="27940" cy="384810"/>
            </a:xfrm>
            <a:custGeom>
              <a:avLst/>
              <a:gdLst/>
              <a:ahLst/>
              <a:cxnLst/>
              <a:rect r="r" b="b" t="t" l="l"/>
              <a:pathLst>
                <a:path h="384810" w="2794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B8B8B8"/>
            </a:solidFill>
          </p:spPr>
        </p:sp>
        <p:sp>
          <p:nvSpPr>
            <p:cNvPr name="Freeform 22" id="22"/>
            <p:cNvSpPr/>
            <p:nvPr/>
          </p:nvSpPr>
          <p:spPr>
            <a:xfrm flipH="false" flipV="false" rot="0">
              <a:off x="0" y="1526540"/>
              <a:ext cx="27940" cy="386080"/>
            </a:xfrm>
            <a:custGeom>
              <a:avLst/>
              <a:gdLst/>
              <a:ahLst/>
              <a:cxnLst/>
              <a:rect r="r" b="b" t="t" l="l"/>
              <a:pathLst>
                <a:path h="386080" w="2794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B8B8B8"/>
            </a:solidFill>
          </p:spPr>
        </p:sp>
        <p:sp>
          <p:nvSpPr>
            <p:cNvPr name="Freeform 23" id="23"/>
            <p:cNvSpPr/>
            <p:nvPr/>
          </p:nvSpPr>
          <p:spPr>
            <a:xfrm flipH="false" flipV="false" rot="0">
              <a:off x="2592070" y="1184910"/>
              <a:ext cx="27940" cy="618490"/>
            </a:xfrm>
            <a:custGeom>
              <a:avLst/>
              <a:gdLst/>
              <a:ahLst/>
              <a:cxnLst/>
              <a:rect r="r" b="b" t="t" l="l"/>
              <a:pathLst>
                <a:path h="618490" w="2794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B8B8B8"/>
            </a:solidFill>
          </p:spPr>
        </p:sp>
        <p:sp>
          <p:nvSpPr>
            <p:cNvPr name="Freeform 24" id="24"/>
            <p:cNvSpPr/>
            <p:nvPr/>
          </p:nvSpPr>
          <p:spPr>
            <a:xfrm flipH="false" flipV="false" rot="0">
              <a:off x="27940" y="0"/>
              <a:ext cx="2564130" cy="5182870"/>
            </a:xfrm>
            <a:custGeom>
              <a:avLst/>
              <a:gdLst/>
              <a:ahLst/>
              <a:cxnLst/>
              <a:rect r="r" b="b" t="t" l="l"/>
              <a:pathLst>
                <a:path h="5182870" w="256413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E9E9E9"/>
            </a:solidFill>
          </p:spPr>
        </p:sp>
      </p:grpSp>
      <p:grpSp>
        <p:nvGrpSpPr>
          <p:cNvPr name="Group 25" id="25"/>
          <p:cNvGrpSpPr>
            <a:grpSpLocks noChangeAspect="true"/>
          </p:cNvGrpSpPr>
          <p:nvPr/>
        </p:nvGrpSpPr>
        <p:grpSpPr>
          <a:xfrm rot="0">
            <a:off x="1760418" y="4100085"/>
            <a:ext cx="2915550" cy="5768917"/>
            <a:chOff x="0" y="0"/>
            <a:chExt cx="2620010" cy="5184140"/>
          </a:xfrm>
        </p:grpSpPr>
        <p:sp>
          <p:nvSpPr>
            <p:cNvPr name="Freeform 26" id="26"/>
            <p:cNvSpPr/>
            <p:nvPr/>
          </p:nvSpPr>
          <p:spPr>
            <a:xfrm flipH="false" flipV="false" rot="0">
              <a:off x="53340" y="25400"/>
              <a:ext cx="2513330" cy="5132070"/>
            </a:xfrm>
            <a:custGeom>
              <a:avLst/>
              <a:gdLst/>
              <a:ahLst/>
              <a:cxnLst/>
              <a:rect r="r" b="b" t="t" l="l"/>
              <a:pathLst>
                <a:path h="5132070" w="251333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sp>
        <p:sp>
          <p:nvSpPr>
            <p:cNvPr name="Freeform 27" id="27"/>
            <p:cNvSpPr/>
            <p:nvPr/>
          </p:nvSpPr>
          <p:spPr>
            <a:xfrm flipH="false" flipV="false" rot="0">
              <a:off x="185420" y="156210"/>
              <a:ext cx="2250453" cy="4876800"/>
            </a:xfrm>
            <a:custGeom>
              <a:avLst/>
              <a:gdLst/>
              <a:ahLst/>
              <a:cxnLst/>
              <a:rect r="r" b="b" t="t" l="l"/>
              <a:pathLst>
                <a:path h="4876800" w="2250453">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a:blip r:embed="rId4"/>
              <a:stretch>
                <a:fillRect l="-58351" t="0" r="-58351" b="0"/>
              </a:stretch>
            </a:blipFill>
          </p:spPr>
        </p:sp>
        <p:sp>
          <p:nvSpPr>
            <p:cNvPr name="Freeform 28" id="28"/>
            <p:cNvSpPr/>
            <p:nvPr/>
          </p:nvSpPr>
          <p:spPr>
            <a:xfrm flipH="false" flipV="false" rot="0">
              <a:off x="1121410" y="198120"/>
              <a:ext cx="347980" cy="43180"/>
            </a:xfrm>
            <a:custGeom>
              <a:avLst/>
              <a:gdLst/>
              <a:ahLst/>
              <a:cxnLst/>
              <a:rect r="r" b="b" t="t" l="l"/>
              <a:pathLst>
                <a:path h="43180" w="3479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606060"/>
            </a:solidFill>
          </p:spPr>
        </p:sp>
        <p:sp>
          <p:nvSpPr>
            <p:cNvPr name="Freeform 29" id="29"/>
            <p:cNvSpPr/>
            <p:nvPr/>
          </p:nvSpPr>
          <p:spPr>
            <a:xfrm flipH="false" flipV="false" rot="0">
              <a:off x="1579738" y="187960"/>
              <a:ext cx="63785" cy="63501"/>
            </a:xfrm>
            <a:custGeom>
              <a:avLst/>
              <a:gdLst/>
              <a:ahLst/>
              <a:cxnLst/>
              <a:rect r="r" b="b" t="t" l="l"/>
              <a:pathLst>
                <a:path h="63501" w="63785">
                  <a:moveTo>
                    <a:pt x="31892" y="0"/>
                  </a:moveTo>
                  <a:cubicBezTo>
                    <a:pt x="20515" y="-51"/>
                    <a:pt x="9980" y="5989"/>
                    <a:pt x="4277" y="15834"/>
                  </a:cubicBezTo>
                  <a:cubicBezTo>
                    <a:pt x="-1426" y="25678"/>
                    <a:pt x="-1426" y="37822"/>
                    <a:pt x="4277" y="47666"/>
                  </a:cubicBezTo>
                  <a:cubicBezTo>
                    <a:pt x="9980" y="57511"/>
                    <a:pt x="20515" y="63551"/>
                    <a:pt x="31892" y="63500"/>
                  </a:cubicBezTo>
                  <a:cubicBezTo>
                    <a:pt x="43269" y="63551"/>
                    <a:pt x="53804" y="57511"/>
                    <a:pt x="59507" y="47666"/>
                  </a:cubicBezTo>
                  <a:cubicBezTo>
                    <a:pt x="65210" y="37822"/>
                    <a:pt x="65210" y="25678"/>
                    <a:pt x="59507" y="15834"/>
                  </a:cubicBezTo>
                  <a:cubicBezTo>
                    <a:pt x="53804" y="5989"/>
                    <a:pt x="43269" y="-51"/>
                    <a:pt x="31892" y="0"/>
                  </a:cubicBezTo>
                  <a:close/>
                </a:path>
              </a:pathLst>
            </a:custGeom>
            <a:solidFill>
              <a:srgbClr val="606060"/>
            </a:solidFill>
          </p:spPr>
        </p:sp>
        <p:sp>
          <p:nvSpPr>
            <p:cNvPr name="Freeform 30" id="30"/>
            <p:cNvSpPr/>
            <p:nvPr/>
          </p:nvSpPr>
          <p:spPr>
            <a:xfrm flipH="false" flipV="false" rot="0">
              <a:off x="0" y="685800"/>
              <a:ext cx="27940" cy="213360"/>
            </a:xfrm>
            <a:custGeom>
              <a:avLst/>
              <a:gdLst/>
              <a:ahLst/>
              <a:cxnLst/>
              <a:rect r="r" b="b" t="t" l="l"/>
              <a:pathLst>
                <a:path h="213360" w="2794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B8B8B8"/>
            </a:solidFill>
          </p:spPr>
        </p:sp>
        <p:sp>
          <p:nvSpPr>
            <p:cNvPr name="Freeform 31" id="31"/>
            <p:cNvSpPr/>
            <p:nvPr/>
          </p:nvSpPr>
          <p:spPr>
            <a:xfrm flipH="false" flipV="false" rot="0">
              <a:off x="0" y="1057910"/>
              <a:ext cx="27940" cy="384810"/>
            </a:xfrm>
            <a:custGeom>
              <a:avLst/>
              <a:gdLst/>
              <a:ahLst/>
              <a:cxnLst/>
              <a:rect r="r" b="b" t="t" l="l"/>
              <a:pathLst>
                <a:path h="384810" w="2794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B8B8B8"/>
            </a:solidFill>
          </p:spPr>
        </p:sp>
        <p:sp>
          <p:nvSpPr>
            <p:cNvPr name="Freeform 32" id="32"/>
            <p:cNvSpPr/>
            <p:nvPr/>
          </p:nvSpPr>
          <p:spPr>
            <a:xfrm flipH="false" flipV="false" rot="0">
              <a:off x="0" y="1526540"/>
              <a:ext cx="27940" cy="386080"/>
            </a:xfrm>
            <a:custGeom>
              <a:avLst/>
              <a:gdLst/>
              <a:ahLst/>
              <a:cxnLst/>
              <a:rect r="r" b="b" t="t" l="l"/>
              <a:pathLst>
                <a:path h="386080" w="2794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B8B8B8"/>
            </a:solidFill>
          </p:spPr>
        </p:sp>
        <p:sp>
          <p:nvSpPr>
            <p:cNvPr name="Freeform 33" id="33"/>
            <p:cNvSpPr/>
            <p:nvPr/>
          </p:nvSpPr>
          <p:spPr>
            <a:xfrm flipH="false" flipV="false" rot="0">
              <a:off x="2592070" y="1184910"/>
              <a:ext cx="27940" cy="618490"/>
            </a:xfrm>
            <a:custGeom>
              <a:avLst/>
              <a:gdLst/>
              <a:ahLst/>
              <a:cxnLst/>
              <a:rect r="r" b="b" t="t" l="l"/>
              <a:pathLst>
                <a:path h="618490" w="2794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B8B8B8"/>
            </a:solidFill>
          </p:spPr>
        </p:sp>
        <p:sp>
          <p:nvSpPr>
            <p:cNvPr name="Freeform 34" id="34"/>
            <p:cNvSpPr/>
            <p:nvPr/>
          </p:nvSpPr>
          <p:spPr>
            <a:xfrm flipH="false" flipV="false" rot="0">
              <a:off x="27940" y="0"/>
              <a:ext cx="2564130" cy="5182870"/>
            </a:xfrm>
            <a:custGeom>
              <a:avLst/>
              <a:gdLst/>
              <a:ahLst/>
              <a:cxnLst/>
              <a:rect r="r" b="b" t="t" l="l"/>
              <a:pathLst>
                <a:path h="5182870" w="256413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E9E9E9"/>
            </a:solidFill>
          </p:spPr>
        </p:sp>
      </p:grpSp>
      <p:grpSp>
        <p:nvGrpSpPr>
          <p:cNvPr name="Group 35" id="35"/>
          <p:cNvGrpSpPr>
            <a:grpSpLocks noChangeAspect="true"/>
          </p:cNvGrpSpPr>
          <p:nvPr/>
        </p:nvGrpSpPr>
        <p:grpSpPr>
          <a:xfrm rot="0">
            <a:off x="6528297" y="5339641"/>
            <a:ext cx="2289092" cy="4529361"/>
            <a:chOff x="0" y="0"/>
            <a:chExt cx="2620010" cy="5184140"/>
          </a:xfrm>
        </p:grpSpPr>
        <p:sp>
          <p:nvSpPr>
            <p:cNvPr name="Freeform 36" id="36"/>
            <p:cNvSpPr/>
            <p:nvPr/>
          </p:nvSpPr>
          <p:spPr>
            <a:xfrm flipH="false" flipV="false" rot="0">
              <a:off x="53340" y="25400"/>
              <a:ext cx="2513330" cy="5132070"/>
            </a:xfrm>
            <a:custGeom>
              <a:avLst/>
              <a:gdLst/>
              <a:ahLst/>
              <a:cxnLst/>
              <a:rect r="r" b="b" t="t" l="l"/>
              <a:pathLst>
                <a:path h="5132070" w="251333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sp>
        <p:sp>
          <p:nvSpPr>
            <p:cNvPr name="Freeform 37" id="37"/>
            <p:cNvSpPr/>
            <p:nvPr/>
          </p:nvSpPr>
          <p:spPr>
            <a:xfrm flipH="false" flipV="false" rot="0">
              <a:off x="185420" y="156210"/>
              <a:ext cx="2250453" cy="4876800"/>
            </a:xfrm>
            <a:custGeom>
              <a:avLst/>
              <a:gdLst/>
              <a:ahLst/>
              <a:cxnLst/>
              <a:rect r="r" b="b" t="t" l="l"/>
              <a:pathLst>
                <a:path h="4876800" w="2250453">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a:blip r:embed="rId4"/>
              <a:stretch>
                <a:fillRect l="-58351" t="0" r="-58351" b="0"/>
              </a:stretch>
            </a:blipFill>
          </p:spPr>
        </p:sp>
        <p:sp>
          <p:nvSpPr>
            <p:cNvPr name="Freeform 38" id="38"/>
            <p:cNvSpPr/>
            <p:nvPr/>
          </p:nvSpPr>
          <p:spPr>
            <a:xfrm flipH="false" flipV="false" rot="0">
              <a:off x="1121410" y="198120"/>
              <a:ext cx="347980" cy="43180"/>
            </a:xfrm>
            <a:custGeom>
              <a:avLst/>
              <a:gdLst/>
              <a:ahLst/>
              <a:cxnLst/>
              <a:rect r="r" b="b" t="t" l="l"/>
              <a:pathLst>
                <a:path h="43180" w="3479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606060"/>
            </a:solidFill>
          </p:spPr>
        </p:sp>
        <p:sp>
          <p:nvSpPr>
            <p:cNvPr name="Freeform 39" id="39"/>
            <p:cNvSpPr/>
            <p:nvPr/>
          </p:nvSpPr>
          <p:spPr>
            <a:xfrm flipH="false" flipV="false" rot="0">
              <a:off x="1579738" y="187960"/>
              <a:ext cx="63785" cy="63501"/>
            </a:xfrm>
            <a:custGeom>
              <a:avLst/>
              <a:gdLst/>
              <a:ahLst/>
              <a:cxnLst/>
              <a:rect r="r" b="b" t="t" l="l"/>
              <a:pathLst>
                <a:path h="63501" w="63785">
                  <a:moveTo>
                    <a:pt x="31892" y="0"/>
                  </a:moveTo>
                  <a:cubicBezTo>
                    <a:pt x="20515" y="-51"/>
                    <a:pt x="9980" y="5989"/>
                    <a:pt x="4277" y="15834"/>
                  </a:cubicBezTo>
                  <a:cubicBezTo>
                    <a:pt x="-1426" y="25678"/>
                    <a:pt x="-1426" y="37822"/>
                    <a:pt x="4277" y="47666"/>
                  </a:cubicBezTo>
                  <a:cubicBezTo>
                    <a:pt x="9980" y="57511"/>
                    <a:pt x="20515" y="63551"/>
                    <a:pt x="31892" y="63500"/>
                  </a:cubicBezTo>
                  <a:cubicBezTo>
                    <a:pt x="43269" y="63551"/>
                    <a:pt x="53804" y="57511"/>
                    <a:pt x="59507" y="47666"/>
                  </a:cubicBezTo>
                  <a:cubicBezTo>
                    <a:pt x="65210" y="37822"/>
                    <a:pt x="65210" y="25678"/>
                    <a:pt x="59507" y="15834"/>
                  </a:cubicBezTo>
                  <a:cubicBezTo>
                    <a:pt x="53804" y="5989"/>
                    <a:pt x="43269" y="-51"/>
                    <a:pt x="31892" y="0"/>
                  </a:cubicBezTo>
                  <a:close/>
                </a:path>
              </a:pathLst>
            </a:custGeom>
            <a:solidFill>
              <a:srgbClr val="606060"/>
            </a:solidFill>
          </p:spPr>
        </p:sp>
        <p:sp>
          <p:nvSpPr>
            <p:cNvPr name="Freeform 40" id="40"/>
            <p:cNvSpPr/>
            <p:nvPr/>
          </p:nvSpPr>
          <p:spPr>
            <a:xfrm flipH="false" flipV="false" rot="0">
              <a:off x="0" y="685800"/>
              <a:ext cx="27940" cy="213360"/>
            </a:xfrm>
            <a:custGeom>
              <a:avLst/>
              <a:gdLst/>
              <a:ahLst/>
              <a:cxnLst/>
              <a:rect r="r" b="b" t="t" l="l"/>
              <a:pathLst>
                <a:path h="213360" w="2794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B8B8B8"/>
            </a:solidFill>
          </p:spPr>
        </p:sp>
        <p:sp>
          <p:nvSpPr>
            <p:cNvPr name="Freeform 41" id="41"/>
            <p:cNvSpPr/>
            <p:nvPr/>
          </p:nvSpPr>
          <p:spPr>
            <a:xfrm flipH="false" flipV="false" rot="0">
              <a:off x="0" y="1057910"/>
              <a:ext cx="27940" cy="384810"/>
            </a:xfrm>
            <a:custGeom>
              <a:avLst/>
              <a:gdLst/>
              <a:ahLst/>
              <a:cxnLst/>
              <a:rect r="r" b="b" t="t" l="l"/>
              <a:pathLst>
                <a:path h="384810" w="2794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B8B8B8"/>
            </a:solidFill>
          </p:spPr>
        </p:sp>
        <p:sp>
          <p:nvSpPr>
            <p:cNvPr name="Freeform 42" id="42"/>
            <p:cNvSpPr/>
            <p:nvPr/>
          </p:nvSpPr>
          <p:spPr>
            <a:xfrm flipH="false" flipV="false" rot="0">
              <a:off x="0" y="1526540"/>
              <a:ext cx="27940" cy="386080"/>
            </a:xfrm>
            <a:custGeom>
              <a:avLst/>
              <a:gdLst/>
              <a:ahLst/>
              <a:cxnLst/>
              <a:rect r="r" b="b" t="t" l="l"/>
              <a:pathLst>
                <a:path h="386080" w="2794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B8B8B8"/>
            </a:solidFill>
          </p:spPr>
        </p:sp>
        <p:sp>
          <p:nvSpPr>
            <p:cNvPr name="Freeform 43" id="43"/>
            <p:cNvSpPr/>
            <p:nvPr/>
          </p:nvSpPr>
          <p:spPr>
            <a:xfrm flipH="false" flipV="false" rot="0">
              <a:off x="2592070" y="1184910"/>
              <a:ext cx="27940" cy="618490"/>
            </a:xfrm>
            <a:custGeom>
              <a:avLst/>
              <a:gdLst/>
              <a:ahLst/>
              <a:cxnLst/>
              <a:rect r="r" b="b" t="t" l="l"/>
              <a:pathLst>
                <a:path h="618490" w="2794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B8B8B8"/>
            </a:solidFill>
          </p:spPr>
        </p:sp>
        <p:sp>
          <p:nvSpPr>
            <p:cNvPr name="Freeform 44" id="44"/>
            <p:cNvSpPr/>
            <p:nvPr/>
          </p:nvSpPr>
          <p:spPr>
            <a:xfrm flipH="false" flipV="false" rot="0">
              <a:off x="27940" y="0"/>
              <a:ext cx="2564130" cy="5182870"/>
            </a:xfrm>
            <a:custGeom>
              <a:avLst/>
              <a:gdLst/>
              <a:ahLst/>
              <a:cxnLst/>
              <a:rect r="r" b="b" t="t" l="l"/>
              <a:pathLst>
                <a:path h="5182870" w="256413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E9E9E9"/>
            </a:solidFill>
          </p:spPr>
        </p:sp>
      </p:grpSp>
      <p:grpSp>
        <p:nvGrpSpPr>
          <p:cNvPr name="Group 45" id="45"/>
          <p:cNvGrpSpPr/>
          <p:nvPr/>
        </p:nvGrpSpPr>
        <p:grpSpPr>
          <a:xfrm rot="0">
            <a:off x="11258044" y="3954642"/>
            <a:ext cx="1042538" cy="47625"/>
            <a:chOff x="0" y="0"/>
            <a:chExt cx="274578" cy="12543"/>
          </a:xfrm>
        </p:grpSpPr>
        <p:sp>
          <p:nvSpPr>
            <p:cNvPr name="Freeform 46" id="46"/>
            <p:cNvSpPr/>
            <p:nvPr/>
          </p:nvSpPr>
          <p:spPr>
            <a:xfrm flipH="false" flipV="false" rot="0">
              <a:off x="0" y="0"/>
              <a:ext cx="274578" cy="12543"/>
            </a:xfrm>
            <a:custGeom>
              <a:avLst/>
              <a:gdLst/>
              <a:ahLst/>
              <a:cxnLst/>
              <a:rect r="r" b="b" t="t" l="l"/>
              <a:pathLst>
                <a:path h="12543" w="274578">
                  <a:moveTo>
                    <a:pt x="6272" y="0"/>
                  </a:moveTo>
                  <a:lnTo>
                    <a:pt x="268306" y="0"/>
                  </a:lnTo>
                  <a:cubicBezTo>
                    <a:pt x="269970" y="0"/>
                    <a:pt x="271565" y="661"/>
                    <a:pt x="272741" y="1837"/>
                  </a:cubicBezTo>
                  <a:cubicBezTo>
                    <a:pt x="273917" y="3013"/>
                    <a:pt x="274578" y="4608"/>
                    <a:pt x="274578" y="6272"/>
                  </a:cubicBezTo>
                  <a:lnTo>
                    <a:pt x="274578" y="6272"/>
                  </a:lnTo>
                  <a:cubicBezTo>
                    <a:pt x="274578" y="7935"/>
                    <a:pt x="273917" y="9530"/>
                    <a:pt x="272741" y="10706"/>
                  </a:cubicBezTo>
                  <a:cubicBezTo>
                    <a:pt x="271565" y="11882"/>
                    <a:pt x="269970" y="12543"/>
                    <a:pt x="268306" y="12543"/>
                  </a:cubicBezTo>
                  <a:lnTo>
                    <a:pt x="6272" y="12543"/>
                  </a:lnTo>
                  <a:cubicBezTo>
                    <a:pt x="4608" y="12543"/>
                    <a:pt x="3013" y="11882"/>
                    <a:pt x="1837" y="10706"/>
                  </a:cubicBezTo>
                  <a:cubicBezTo>
                    <a:pt x="661" y="9530"/>
                    <a:pt x="0" y="7935"/>
                    <a:pt x="0" y="6272"/>
                  </a:cubicBezTo>
                  <a:lnTo>
                    <a:pt x="0" y="6272"/>
                  </a:lnTo>
                  <a:cubicBezTo>
                    <a:pt x="0" y="4608"/>
                    <a:pt x="661" y="3013"/>
                    <a:pt x="1837" y="1837"/>
                  </a:cubicBezTo>
                  <a:cubicBezTo>
                    <a:pt x="3013" y="661"/>
                    <a:pt x="4608" y="0"/>
                    <a:pt x="6272" y="0"/>
                  </a:cubicBezTo>
                  <a:close/>
                </a:path>
              </a:pathLst>
            </a:custGeom>
            <a:solidFill>
              <a:srgbClr val="335ACF"/>
            </a:solidFill>
          </p:spPr>
        </p:sp>
        <p:sp>
          <p:nvSpPr>
            <p:cNvPr name="TextBox 47" id="47"/>
            <p:cNvSpPr txBox="true"/>
            <p:nvPr/>
          </p:nvSpPr>
          <p:spPr>
            <a:xfrm>
              <a:off x="0" y="-38100"/>
              <a:ext cx="274578" cy="50643"/>
            </a:xfrm>
            <a:prstGeom prst="rect">
              <a:avLst/>
            </a:prstGeom>
          </p:spPr>
          <p:txBody>
            <a:bodyPr anchor="ctr" rtlCol="false" tIns="50800" lIns="50800" bIns="50800" rIns="50800"/>
            <a:lstStyle/>
            <a:p>
              <a:pPr algn="ctr">
                <a:lnSpc>
                  <a:spcPts val="2659"/>
                </a:lnSpc>
              </a:pPr>
            </a:p>
          </p:txBody>
        </p:sp>
      </p:grpSp>
      <p:sp>
        <p:nvSpPr>
          <p:cNvPr name="TextBox 48" id="48"/>
          <p:cNvSpPr txBox="true"/>
          <p:nvPr/>
        </p:nvSpPr>
        <p:spPr>
          <a:xfrm rot="0">
            <a:off x="1039108" y="517674"/>
            <a:ext cx="1547756"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Studio Shodwe</a:t>
            </a:r>
          </a:p>
        </p:txBody>
      </p:sp>
      <p:sp>
        <p:nvSpPr>
          <p:cNvPr name="TextBox 49" id="49"/>
          <p:cNvSpPr txBox="true"/>
          <p:nvPr/>
        </p:nvSpPr>
        <p:spPr>
          <a:xfrm rot="0">
            <a:off x="15940842" y="517674"/>
            <a:ext cx="978460"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Contact</a:t>
            </a:r>
          </a:p>
        </p:txBody>
      </p:sp>
      <p:sp>
        <p:nvSpPr>
          <p:cNvPr name="TextBox 50" id="50"/>
          <p:cNvSpPr txBox="true"/>
          <p:nvPr/>
        </p:nvSpPr>
        <p:spPr>
          <a:xfrm rot="0">
            <a:off x="14385046" y="517674"/>
            <a:ext cx="1060497"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About Us</a:t>
            </a:r>
          </a:p>
        </p:txBody>
      </p:sp>
      <p:sp>
        <p:nvSpPr>
          <p:cNvPr name="TextBox 51" id="51"/>
          <p:cNvSpPr txBox="true"/>
          <p:nvPr/>
        </p:nvSpPr>
        <p:spPr>
          <a:xfrm rot="0">
            <a:off x="13154289" y="517674"/>
            <a:ext cx="735456"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Photo</a:t>
            </a:r>
          </a:p>
        </p:txBody>
      </p:sp>
      <p:sp>
        <p:nvSpPr>
          <p:cNvPr name="TextBox 52" id="52"/>
          <p:cNvSpPr txBox="true"/>
          <p:nvPr/>
        </p:nvSpPr>
        <p:spPr>
          <a:xfrm rot="0">
            <a:off x="11898530" y="517674"/>
            <a:ext cx="809760"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Home</a:t>
            </a:r>
          </a:p>
        </p:txBody>
      </p:sp>
      <p:sp>
        <p:nvSpPr>
          <p:cNvPr name="TextBox 53" id="53"/>
          <p:cNvSpPr txBox="true"/>
          <p:nvPr/>
        </p:nvSpPr>
        <p:spPr>
          <a:xfrm rot="0">
            <a:off x="11258044" y="2301940"/>
            <a:ext cx="4982921" cy="1407878"/>
          </a:xfrm>
          <a:prstGeom prst="rect">
            <a:avLst/>
          </a:prstGeom>
        </p:spPr>
        <p:txBody>
          <a:bodyPr anchor="t" rtlCol="false" tIns="0" lIns="0" bIns="0" rIns="0">
            <a:spAutoFit/>
          </a:bodyPr>
          <a:lstStyle/>
          <a:p>
            <a:pPr algn="l">
              <a:lnSpc>
                <a:spcPts val="5336"/>
              </a:lnSpc>
            </a:pPr>
            <a:r>
              <a:rPr lang="en-US" sz="4560" b="true">
                <a:solidFill>
                  <a:srgbClr val="1F2020"/>
                </a:solidFill>
                <a:latin typeface="Poppins Bold"/>
                <a:ea typeface="Poppins Bold"/>
                <a:cs typeface="Poppins Bold"/>
                <a:sym typeface="Poppins Bold"/>
              </a:rPr>
              <a:t>Welcome To Our Application</a:t>
            </a:r>
          </a:p>
        </p:txBody>
      </p:sp>
      <p:sp>
        <p:nvSpPr>
          <p:cNvPr name="TextBox 54" id="54"/>
          <p:cNvSpPr txBox="true"/>
          <p:nvPr/>
        </p:nvSpPr>
        <p:spPr>
          <a:xfrm rot="0">
            <a:off x="11258044" y="7120786"/>
            <a:ext cx="5263403" cy="826174"/>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Lorem ipsum dolor sit amet, consectetur adipiscing elit, sed do eiusmod tempor incididunt ut labore et dolore magna aliqua. Ut enim ad minim veniam, quis nostrud exercitation ullamco laboris nisi ut aliquip ex ea commodo consequat. Duis aute irure dolor</a:t>
            </a:r>
          </a:p>
        </p:txBody>
      </p:sp>
      <p:sp>
        <p:nvSpPr>
          <p:cNvPr name="TextBox 55" id="55"/>
          <p:cNvSpPr txBox="true"/>
          <p:nvPr/>
        </p:nvSpPr>
        <p:spPr>
          <a:xfrm rot="0">
            <a:off x="11258044" y="6673111"/>
            <a:ext cx="2378606" cy="240591"/>
          </a:xfrm>
          <a:prstGeom prst="rect">
            <a:avLst/>
          </a:prstGeom>
        </p:spPr>
        <p:txBody>
          <a:bodyPr anchor="t" rtlCol="false" tIns="0" lIns="0" bIns="0" rIns="0">
            <a:spAutoFit/>
          </a:bodyPr>
          <a:lstStyle/>
          <a:p>
            <a:pPr algn="l">
              <a:lnSpc>
                <a:spcPts val="1960"/>
              </a:lnSpc>
              <a:spcBef>
                <a:spcPct val="0"/>
              </a:spcBef>
            </a:pPr>
            <a:r>
              <a:rPr lang="en-US" b="true" sz="1400">
                <a:solidFill>
                  <a:srgbClr val="395BD1"/>
                </a:solidFill>
                <a:latin typeface="Open Sans Bold"/>
                <a:ea typeface="Open Sans Bold"/>
                <a:cs typeface="Open Sans Bold"/>
                <a:sym typeface="Open Sans Bold"/>
              </a:rPr>
              <a:t>About Our Application</a:t>
            </a:r>
          </a:p>
        </p:txBody>
      </p:sp>
      <p:sp>
        <p:nvSpPr>
          <p:cNvPr name="TextBox 56" id="56"/>
          <p:cNvSpPr txBox="true"/>
          <p:nvPr/>
        </p:nvSpPr>
        <p:spPr>
          <a:xfrm rot="0">
            <a:off x="11258044" y="4824113"/>
            <a:ext cx="5263403" cy="1244977"/>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293116" y="565634"/>
            <a:ext cx="397367" cy="28996"/>
            <a:chOff x="0" y="0"/>
            <a:chExt cx="128243" cy="9358"/>
          </a:xfrm>
        </p:grpSpPr>
        <p:sp>
          <p:nvSpPr>
            <p:cNvPr name="Freeform 3" id="3"/>
            <p:cNvSpPr/>
            <p:nvPr/>
          </p:nvSpPr>
          <p:spPr>
            <a:xfrm flipH="false" flipV="false" rot="0">
              <a:off x="0" y="0"/>
              <a:ext cx="128243" cy="9358"/>
            </a:xfrm>
            <a:custGeom>
              <a:avLst/>
              <a:gdLst/>
              <a:ahLst/>
              <a:cxnLst/>
              <a:rect r="r" b="b" t="t" l="l"/>
              <a:pathLst>
                <a:path h="9358" w="128243">
                  <a:moveTo>
                    <a:pt x="0" y="0"/>
                  </a:moveTo>
                  <a:lnTo>
                    <a:pt x="128243" y="0"/>
                  </a:lnTo>
                  <a:lnTo>
                    <a:pt x="128243" y="9358"/>
                  </a:lnTo>
                  <a:lnTo>
                    <a:pt x="0" y="9358"/>
                  </a:lnTo>
                  <a:close/>
                </a:path>
              </a:pathLst>
            </a:custGeom>
            <a:solidFill>
              <a:srgbClr val="335ACF"/>
            </a:solidFill>
          </p:spPr>
        </p:sp>
        <p:sp>
          <p:nvSpPr>
            <p:cNvPr name="TextBox 4" id="4"/>
            <p:cNvSpPr txBox="true"/>
            <p:nvPr/>
          </p:nvSpPr>
          <p:spPr>
            <a:xfrm>
              <a:off x="0" y="-38100"/>
              <a:ext cx="128243" cy="47458"/>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7293116" y="657737"/>
            <a:ext cx="397367" cy="28996"/>
            <a:chOff x="0" y="0"/>
            <a:chExt cx="128243" cy="9358"/>
          </a:xfrm>
        </p:grpSpPr>
        <p:sp>
          <p:nvSpPr>
            <p:cNvPr name="Freeform 6" id="6"/>
            <p:cNvSpPr/>
            <p:nvPr/>
          </p:nvSpPr>
          <p:spPr>
            <a:xfrm flipH="false" flipV="false" rot="0">
              <a:off x="0" y="0"/>
              <a:ext cx="128243" cy="9358"/>
            </a:xfrm>
            <a:custGeom>
              <a:avLst/>
              <a:gdLst/>
              <a:ahLst/>
              <a:cxnLst/>
              <a:rect r="r" b="b" t="t" l="l"/>
              <a:pathLst>
                <a:path h="9358" w="128243">
                  <a:moveTo>
                    <a:pt x="0" y="0"/>
                  </a:moveTo>
                  <a:lnTo>
                    <a:pt x="128243" y="0"/>
                  </a:lnTo>
                  <a:lnTo>
                    <a:pt x="128243" y="9358"/>
                  </a:lnTo>
                  <a:lnTo>
                    <a:pt x="0" y="9358"/>
                  </a:lnTo>
                  <a:close/>
                </a:path>
              </a:pathLst>
            </a:custGeom>
            <a:solidFill>
              <a:srgbClr val="335ACF"/>
            </a:solidFill>
          </p:spPr>
        </p:sp>
        <p:sp>
          <p:nvSpPr>
            <p:cNvPr name="TextBox 7" id="7"/>
            <p:cNvSpPr txBox="true"/>
            <p:nvPr/>
          </p:nvSpPr>
          <p:spPr>
            <a:xfrm>
              <a:off x="0" y="-38100"/>
              <a:ext cx="128243" cy="47458"/>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false" flipV="false" rot="0">
            <a:off x="673429" y="486649"/>
            <a:ext cx="274427" cy="260019"/>
          </a:xfrm>
          <a:custGeom>
            <a:avLst/>
            <a:gdLst/>
            <a:ahLst/>
            <a:cxnLst/>
            <a:rect r="r" b="b" t="t" l="l"/>
            <a:pathLst>
              <a:path h="260019" w="274427">
                <a:moveTo>
                  <a:pt x="0" y="0"/>
                </a:moveTo>
                <a:lnTo>
                  <a:pt x="274427" y="0"/>
                </a:lnTo>
                <a:lnTo>
                  <a:pt x="274427" y="260020"/>
                </a:lnTo>
                <a:lnTo>
                  <a:pt x="0" y="26002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9" id="9"/>
          <p:cNvGrpSpPr/>
          <p:nvPr/>
        </p:nvGrpSpPr>
        <p:grpSpPr>
          <a:xfrm rot="0">
            <a:off x="11520229" y="4470746"/>
            <a:ext cx="8252837" cy="8252837"/>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35ACF"/>
            </a:solidFill>
          </p:spPr>
        </p:sp>
        <p:sp>
          <p:nvSpPr>
            <p:cNvPr name="TextBox 11" id="11"/>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12" id="12"/>
          <p:cNvGrpSpPr>
            <a:grpSpLocks noChangeAspect="true"/>
          </p:cNvGrpSpPr>
          <p:nvPr/>
        </p:nvGrpSpPr>
        <p:grpSpPr>
          <a:xfrm rot="0">
            <a:off x="10543171" y="1689836"/>
            <a:ext cx="2961571" cy="5859977"/>
            <a:chOff x="0" y="0"/>
            <a:chExt cx="2620010" cy="5184140"/>
          </a:xfrm>
        </p:grpSpPr>
        <p:sp>
          <p:nvSpPr>
            <p:cNvPr name="Freeform 13" id="13"/>
            <p:cNvSpPr/>
            <p:nvPr/>
          </p:nvSpPr>
          <p:spPr>
            <a:xfrm flipH="false" flipV="false" rot="0">
              <a:off x="53340" y="25400"/>
              <a:ext cx="2513330" cy="5132070"/>
            </a:xfrm>
            <a:custGeom>
              <a:avLst/>
              <a:gdLst/>
              <a:ahLst/>
              <a:cxnLst/>
              <a:rect r="r" b="b" t="t" l="l"/>
              <a:pathLst>
                <a:path h="5132070" w="251333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sp>
        <p:sp>
          <p:nvSpPr>
            <p:cNvPr name="Freeform 14" id="14"/>
            <p:cNvSpPr/>
            <p:nvPr/>
          </p:nvSpPr>
          <p:spPr>
            <a:xfrm flipH="false" flipV="false" rot="0">
              <a:off x="185420" y="156210"/>
              <a:ext cx="2250453" cy="4876800"/>
            </a:xfrm>
            <a:custGeom>
              <a:avLst/>
              <a:gdLst/>
              <a:ahLst/>
              <a:cxnLst/>
              <a:rect r="r" b="b" t="t" l="l"/>
              <a:pathLst>
                <a:path h="4876800" w="2250453">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a:blip r:embed="rId4"/>
              <a:stretch>
                <a:fillRect l="-58351" t="0" r="-58351" b="0"/>
              </a:stretch>
            </a:blipFill>
          </p:spPr>
        </p:sp>
        <p:sp>
          <p:nvSpPr>
            <p:cNvPr name="Freeform 15" id="15"/>
            <p:cNvSpPr/>
            <p:nvPr/>
          </p:nvSpPr>
          <p:spPr>
            <a:xfrm flipH="false" flipV="false" rot="0">
              <a:off x="1121410" y="198120"/>
              <a:ext cx="347980" cy="43180"/>
            </a:xfrm>
            <a:custGeom>
              <a:avLst/>
              <a:gdLst/>
              <a:ahLst/>
              <a:cxnLst/>
              <a:rect r="r" b="b" t="t" l="l"/>
              <a:pathLst>
                <a:path h="43180" w="3479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606060"/>
            </a:solidFill>
          </p:spPr>
        </p:sp>
        <p:sp>
          <p:nvSpPr>
            <p:cNvPr name="Freeform 16" id="16"/>
            <p:cNvSpPr/>
            <p:nvPr/>
          </p:nvSpPr>
          <p:spPr>
            <a:xfrm flipH="false" flipV="false" rot="0">
              <a:off x="1579738" y="187960"/>
              <a:ext cx="63785" cy="63501"/>
            </a:xfrm>
            <a:custGeom>
              <a:avLst/>
              <a:gdLst/>
              <a:ahLst/>
              <a:cxnLst/>
              <a:rect r="r" b="b" t="t" l="l"/>
              <a:pathLst>
                <a:path h="63501" w="63785">
                  <a:moveTo>
                    <a:pt x="31892" y="0"/>
                  </a:moveTo>
                  <a:cubicBezTo>
                    <a:pt x="20515" y="-51"/>
                    <a:pt x="9980" y="5989"/>
                    <a:pt x="4277" y="15834"/>
                  </a:cubicBezTo>
                  <a:cubicBezTo>
                    <a:pt x="-1426" y="25678"/>
                    <a:pt x="-1426" y="37822"/>
                    <a:pt x="4277" y="47666"/>
                  </a:cubicBezTo>
                  <a:cubicBezTo>
                    <a:pt x="9980" y="57511"/>
                    <a:pt x="20515" y="63551"/>
                    <a:pt x="31892" y="63500"/>
                  </a:cubicBezTo>
                  <a:cubicBezTo>
                    <a:pt x="43269" y="63551"/>
                    <a:pt x="53804" y="57511"/>
                    <a:pt x="59507" y="47666"/>
                  </a:cubicBezTo>
                  <a:cubicBezTo>
                    <a:pt x="65210" y="37822"/>
                    <a:pt x="65210" y="25678"/>
                    <a:pt x="59507" y="15834"/>
                  </a:cubicBezTo>
                  <a:cubicBezTo>
                    <a:pt x="53804" y="5989"/>
                    <a:pt x="43269" y="-51"/>
                    <a:pt x="31892" y="0"/>
                  </a:cubicBezTo>
                  <a:close/>
                </a:path>
              </a:pathLst>
            </a:custGeom>
            <a:solidFill>
              <a:srgbClr val="606060"/>
            </a:solidFill>
          </p:spPr>
        </p:sp>
        <p:sp>
          <p:nvSpPr>
            <p:cNvPr name="Freeform 17" id="17"/>
            <p:cNvSpPr/>
            <p:nvPr/>
          </p:nvSpPr>
          <p:spPr>
            <a:xfrm flipH="false" flipV="false" rot="0">
              <a:off x="0" y="685800"/>
              <a:ext cx="27940" cy="213360"/>
            </a:xfrm>
            <a:custGeom>
              <a:avLst/>
              <a:gdLst/>
              <a:ahLst/>
              <a:cxnLst/>
              <a:rect r="r" b="b" t="t" l="l"/>
              <a:pathLst>
                <a:path h="213360" w="2794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B8B8B8"/>
            </a:solidFill>
          </p:spPr>
        </p:sp>
        <p:sp>
          <p:nvSpPr>
            <p:cNvPr name="Freeform 18" id="18"/>
            <p:cNvSpPr/>
            <p:nvPr/>
          </p:nvSpPr>
          <p:spPr>
            <a:xfrm flipH="false" flipV="false" rot="0">
              <a:off x="0" y="1057910"/>
              <a:ext cx="27940" cy="384810"/>
            </a:xfrm>
            <a:custGeom>
              <a:avLst/>
              <a:gdLst/>
              <a:ahLst/>
              <a:cxnLst/>
              <a:rect r="r" b="b" t="t" l="l"/>
              <a:pathLst>
                <a:path h="384810" w="2794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B8B8B8"/>
            </a:solidFill>
          </p:spPr>
        </p:sp>
        <p:sp>
          <p:nvSpPr>
            <p:cNvPr name="Freeform 19" id="19"/>
            <p:cNvSpPr/>
            <p:nvPr/>
          </p:nvSpPr>
          <p:spPr>
            <a:xfrm flipH="false" flipV="false" rot="0">
              <a:off x="0" y="1526540"/>
              <a:ext cx="27940" cy="386080"/>
            </a:xfrm>
            <a:custGeom>
              <a:avLst/>
              <a:gdLst/>
              <a:ahLst/>
              <a:cxnLst/>
              <a:rect r="r" b="b" t="t" l="l"/>
              <a:pathLst>
                <a:path h="386080" w="2794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B8B8B8"/>
            </a:solidFill>
          </p:spPr>
        </p:sp>
        <p:sp>
          <p:nvSpPr>
            <p:cNvPr name="Freeform 20" id="20"/>
            <p:cNvSpPr/>
            <p:nvPr/>
          </p:nvSpPr>
          <p:spPr>
            <a:xfrm flipH="false" flipV="false" rot="0">
              <a:off x="2592070" y="1184910"/>
              <a:ext cx="27940" cy="618490"/>
            </a:xfrm>
            <a:custGeom>
              <a:avLst/>
              <a:gdLst/>
              <a:ahLst/>
              <a:cxnLst/>
              <a:rect r="r" b="b" t="t" l="l"/>
              <a:pathLst>
                <a:path h="618490" w="2794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B8B8B8"/>
            </a:solidFill>
          </p:spPr>
        </p:sp>
        <p:sp>
          <p:nvSpPr>
            <p:cNvPr name="Freeform 21" id="21"/>
            <p:cNvSpPr/>
            <p:nvPr/>
          </p:nvSpPr>
          <p:spPr>
            <a:xfrm flipH="false" flipV="false" rot="0">
              <a:off x="27940" y="0"/>
              <a:ext cx="2564130" cy="5182870"/>
            </a:xfrm>
            <a:custGeom>
              <a:avLst/>
              <a:gdLst/>
              <a:ahLst/>
              <a:cxnLst/>
              <a:rect r="r" b="b" t="t" l="l"/>
              <a:pathLst>
                <a:path h="5182870" w="256413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E9E9E9"/>
            </a:solidFill>
          </p:spPr>
        </p:sp>
      </p:grpSp>
      <p:sp>
        <p:nvSpPr>
          <p:cNvPr name="TextBox 22" id="22"/>
          <p:cNvSpPr txBox="true"/>
          <p:nvPr/>
        </p:nvSpPr>
        <p:spPr>
          <a:xfrm rot="0">
            <a:off x="1039108" y="517674"/>
            <a:ext cx="1547756"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Studio Shodwe</a:t>
            </a:r>
          </a:p>
        </p:txBody>
      </p:sp>
      <p:sp>
        <p:nvSpPr>
          <p:cNvPr name="TextBox 23" id="23"/>
          <p:cNvSpPr txBox="true"/>
          <p:nvPr/>
        </p:nvSpPr>
        <p:spPr>
          <a:xfrm rot="0">
            <a:off x="15940842" y="517674"/>
            <a:ext cx="978460"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Contact</a:t>
            </a:r>
          </a:p>
        </p:txBody>
      </p:sp>
      <p:sp>
        <p:nvSpPr>
          <p:cNvPr name="TextBox 24" id="24"/>
          <p:cNvSpPr txBox="true"/>
          <p:nvPr/>
        </p:nvSpPr>
        <p:spPr>
          <a:xfrm rot="0">
            <a:off x="14385046" y="517674"/>
            <a:ext cx="1060497"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About Us</a:t>
            </a:r>
          </a:p>
        </p:txBody>
      </p:sp>
      <p:sp>
        <p:nvSpPr>
          <p:cNvPr name="TextBox 25" id="25"/>
          <p:cNvSpPr txBox="true"/>
          <p:nvPr/>
        </p:nvSpPr>
        <p:spPr>
          <a:xfrm rot="0">
            <a:off x="13154289" y="517674"/>
            <a:ext cx="735456"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Photo</a:t>
            </a:r>
          </a:p>
        </p:txBody>
      </p:sp>
      <p:sp>
        <p:nvSpPr>
          <p:cNvPr name="TextBox 26" id="26"/>
          <p:cNvSpPr txBox="true"/>
          <p:nvPr/>
        </p:nvSpPr>
        <p:spPr>
          <a:xfrm rot="0">
            <a:off x="11898530" y="517674"/>
            <a:ext cx="809760"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Home</a:t>
            </a:r>
          </a:p>
        </p:txBody>
      </p:sp>
      <p:grpSp>
        <p:nvGrpSpPr>
          <p:cNvPr name="Group 27" id="27"/>
          <p:cNvGrpSpPr>
            <a:grpSpLocks noChangeAspect="true"/>
          </p:cNvGrpSpPr>
          <p:nvPr/>
        </p:nvGrpSpPr>
        <p:grpSpPr>
          <a:xfrm rot="0">
            <a:off x="13703249" y="2737187"/>
            <a:ext cx="2961571" cy="5859977"/>
            <a:chOff x="0" y="0"/>
            <a:chExt cx="2620010" cy="5184140"/>
          </a:xfrm>
        </p:grpSpPr>
        <p:sp>
          <p:nvSpPr>
            <p:cNvPr name="Freeform 28" id="28"/>
            <p:cNvSpPr/>
            <p:nvPr/>
          </p:nvSpPr>
          <p:spPr>
            <a:xfrm flipH="false" flipV="false" rot="0">
              <a:off x="53340" y="25400"/>
              <a:ext cx="2513330" cy="5132070"/>
            </a:xfrm>
            <a:custGeom>
              <a:avLst/>
              <a:gdLst/>
              <a:ahLst/>
              <a:cxnLst/>
              <a:rect r="r" b="b" t="t" l="l"/>
              <a:pathLst>
                <a:path h="5132070" w="251333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sp>
        <p:sp>
          <p:nvSpPr>
            <p:cNvPr name="Freeform 29" id="29"/>
            <p:cNvSpPr/>
            <p:nvPr/>
          </p:nvSpPr>
          <p:spPr>
            <a:xfrm flipH="false" flipV="false" rot="0">
              <a:off x="185420" y="156210"/>
              <a:ext cx="2250453" cy="4876800"/>
            </a:xfrm>
            <a:custGeom>
              <a:avLst/>
              <a:gdLst/>
              <a:ahLst/>
              <a:cxnLst/>
              <a:rect r="r" b="b" t="t" l="l"/>
              <a:pathLst>
                <a:path h="4876800" w="2250453">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a:blip r:embed="rId4"/>
              <a:stretch>
                <a:fillRect l="-58351" t="0" r="-58351" b="0"/>
              </a:stretch>
            </a:blipFill>
          </p:spPr>
        </p:sp>
        <p:sp>
          <p:nvSpPr>
            <p:cNvPr name="Freeform 30" id="30"/>
            <p:cNvSpPr/>
            <p:nvPr/>
          </p:nvSpPr>
          <p:spPr>
            <a:xfrm flipH="false" flipV="false" rot="0">
              <a:off x="1121410" y="198120"/>
              <a:ext cx="347980" cy="43180"/>
            </a:xfrm>
            <a:custGeom>
              <a:avLst/>
              <a:gdLst/>
              <a:ahLst/>
              <a:cxnLst/>
              <a:rect r="r" b="b" t="t" l="l"/>
              <a:pathLst>
                <a:path h="43180" w="3479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606060"/>
            </a:solidFill>
          </p:spPr>
        </p:sp>
        <p:sp>
          <p:nvSpPr>
            <p:cNvPr name="Freeform 31" id="31"/>
            <p:cNvSpPr/>
            <p:nvPr/>
          </p:nvSpPr>
          <p:spPr>
            <a:xfrm flipH="false" flipV="false" rot="0">
              <a:off x="1579738" y="187960"/>
              <a:ext cx="63785" cy="63501"/>
            </a:xfrm>
            <a:custGeom>
              <a:avLst/>
              <a:gdLst/>
              <a:ahLst/>
              <a:cxnLst/>
              <a:rect r="r" b="b" t="t" l="l"/>
              <a:pathLst>
                <a:path h="63501" w="63785">
                  <a:moveTo>
                    <a:pt x="31892" y="0"/>
                  </a:moveTo>
                  <a:cubicBezTo>
                    <a:pt x="20515" y="-51"/>
                    <a:pt x="9980" y="5989"/>
                    <a:pt x="4277" y="15834"/>
                  </a:cubicBezTo>
                  <a:cubicBezTo>
                    <a:pt x="-1426" y="25678"/>
                    <a:pt x="-1426" y="37822"/>
                    <a:pt x="4277" y="47666"/>
                  </a:cubicBezTo>
                  <a:cubicBezTo>
                    <a:pt x="9980" y="57511"/>
                    <a:pt x="20515" y="63551"/>
                    <a:pt x="31892" y="63500"/>
                  </a:cubicBezTo>
                  <a:cubicBezTo>
                    <a:pt x="43269" y="63551"/>
                    <a:pt x="53804" y="57511"/>
                    <a:pt x="59507" y="47666"/>
                  </a:cubicBezTo>
                  <a:cubicBezTo>
                    <a:pt x="65210" y="37822"/>
                    <a:pt x="65210" y="25678"/>
                    <a:pt x="59507" y="15834"/>
                  </a:cubicBezTo>
                  <a:cubicBezTo>
                    <a:pt x="53804" y="5989"/>
                    <a:pt x="43269" y="-51"/>
                    <a:pt x="31892" y="0"/>
                  </a:cubicBezTo>
                  <a:close/>
                </a:path>
              </a:pathLst>
            </a:custGeom>
            <a:solidFill>
              <a:srgbClr val="606060"/>
            </a:solidFill>
          </p:spPr>
        </p:sp>
        <p:sp>
          <p:nvSpPr>
            <p:cNvPr name="Freeform 32" id="32"/>
            <p:cNvSpPr/>
            <p:nvPr/>
          </p:nvSpPr>
          <p:spPr>
            <a:xfrm flipH="false" flipV="false" rot="0">
              <a:off x="0" y="685800"/>
              <a:ext cx="27940" cy="213360"/>
            </a:xfrm>
            <a:custGeom>
              <a:avLst/>
              <a:gdLst/>
              <a:ahLst/>
              <a:cxnLst/>
              <a:rect r="r" b="b" t="t" l="l"/>
              <a:pathLst>
                <a:path h="213360" w="2794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B8B8B8"/>
            </a:solidFill>
          </p:spPr>
        </p:sp>
        <p:sp>
          <p:nvSpPr>
            <p:cNvPr name="Freeform 33" id="33"/>
            <p:cNvSpPr/>
            <p:nvPr/>
          </p:nvSpPr>
          <p:spPr>
            <a:xfrm flipH="false" flipV="false" rot="0">
              <a:off x="0" y="1057910"/>
              <a:ext cx="27940" cy="384810"/>
            </a:xfrm>
            <a:custGeom>
              <a:avLst/>
              <a:gdLst/>
              <a:ahLst/>
              <a:cxnLst/>
              <a:rect r="r" b="b" t="t" l="l"/>
              <a:pathLst>
                <a:path h="384810" w="2794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B8B8B8"/>
            </a:solidFill>
          </p:spPr>
        </p:sp>
        <p:sp>
          <p:nvSpPr>
            <p:cNvPr name="Freeform 34" id="34"/>
            <p:cNvSpPr/>
            <p:nvPr/>
          </p:nvSpPr>
          <p:spPr>
            <a:xfrm flipH="false" flipV="false" rot="0">
              <a:off x="0" y="1526540"/>
              <a:ext cx="27940" cy="386080"/>
            </a:xfrm>
            <a:custGeom>
              <a:avLst/>
              <a:gdLst/>
              <a:ahLst/>
              <a:cxnLst/>
              <a:rect r="r" b="b" t="t" l="l"/>
              <a:pathLst>
                <a:path h="386080" w="2794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B8B8B8"/>
            </a:solidFill>
          </p:spPr>
        </p:sp>
        <p:sp>
          <p:nvSpPr>
            <p:cNvPr name="Freeform 35" id="35"/>
            <p:cNvSpPr/>
            <p:nvPr/>
          </p:nvSpPr>
          <p:spPr>
            <a:xfrm flipH="false" flipV="false" rot="0">
              <a:off x="2592070" y="1184910"/>
              <a:ext cx="27940" cy="618490"/>
            </a:xfrm>
            <a:custGeom>
              <a:avLst/>
              <a:gdLst/>
              <a:ahLst/>
              <a:cxnLst/>
              <a:rect r="r" b="b" t="t" l="l"/>
              <a:pathLst>
                <a:path h="618490" w="2794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B8B8B8"/>
            </a:solidFill>
          </p:spPr>
        </p:sp>
        <p:sp>
          <p:nvSpPr>
            <p:cNvPr name="Freeform 36" id="36"/>
            <p:cNvSpPr/>
            <p:nvPr/>
          </p:nvSpPr>
          <p:spPr>
            <a:xfrm flipH="false" flipV="false" rot="0">
              <a:off x="27940" y="0"/>
              <a:ext cx="2564130" cy="5182870"/>
            </a:xfrm>
            <a:custGeom>
              <a:avLst/>
              <a:gdLst/>
              <a:ahLst/>
              <a:cxnLst/>
              <a:rect r="r" b="b" t="t" l="l"/>
              <a:pathLst>
                <a:path h="5182870" w="256413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E9E9E9"/>
            </a:solidFill>
          </p:spPr>
        </p:sp>
      </p:grpSp>
      <p:grpSp>
        <p:nvGrpSpPr>
          <p:cNvPr name="Group 37" id="37"/>
          <p:cNvGrpSpPr/>
          <p:nvPr/>
        </p:nvGrpSpPr>
        <p:grpSpPr>
          <a:xfrm rot="0">
            <a:off x="1927240" y="3710399"/>
            <a:ext cx="1042538" cy="47625"/>
            <a:chOff x="0" y="0"/>
            <a:chExt cx="274578" cy="12543"/>
          </a:xfrm>
        </p:grpSpPr>
        <p:sp>
          <p:nvSpPr>
            <p:cNvPr name="Freeform 38" id="38"/>
            <p:cNvSpPr/>
            <p:nvPr/>
          </p:nvSpPr>
          <p:spPr>
            <a:xfrm flipH="false" flipV="false" rot="0">
              <a:off x="0" y="0"/>
              <a:ext cx="274578" cy="12543"/>
            </a:xfrm>
            <a:custGeom>
              <a:avLst/>
              <a:gdLst/>
              <a:ahLst/>
              <a:cxnLst/>
              <a:rect r="r" b="b" t="t" l="l"/>
              <a:pathLst>
                <a:path h="12543" w="274578">
                  <a:moveTo>
                    <a:pt x="6272" y="0"/>
                  </a:moveTo>
                  <a:lnTo>
                    <a:pt x="268306" y="0"/>
                  </a:lnTo>
                  <a:cubicBezTo>
                    <a:pt x="269970" y="0"/>
                    <a:pt x="271565" y="661"/>
                    <a:pt x="272741" y="1837"/>
                  </a:cubicBezTo>
                  <a:cubicBezTo>
                    <a:pt x="273917" y="3013"/>
                    <a:pt x="274578" y="4608"/>
                    <a:pt x="274578" y="6272"/>
                  </a:cubicBezTo>
                  <a:lnTo>
                    <a:pt x="274578" y="6272"/>
                  </a:lnTo>
                  <a:cubicBezTo>
                    <a:pt x="274578" y="7935"/>
                    <a:pt x="273917" y="9530"/>
                    <a:pt x="272741" y="10706"/>
                  </a:cubicBezTo>
                  <a:cubicBezTo>
                    <a:pt x="271565" y="11882"/>
                    <a:pt x="269970" y="12543"/>
                    <a:pt x="268306" y="12543"/>
                  </a:cubicBezTo>
                  <a:lnTo>
                    <a:pt x="6272" y="12543"/>
                  </a:lnTo>
                  <a:cubicBezTo>
                    <a:pt x="4608" y="12543"/>
                    <a:pt x="3013" y="11882"/>
                    <a:pt x="1837" y="10706"/>
                  </a:cubicBezTo>
                  <a:cubicBezTo>
                    <a:pt x="661" y="9530"/>
                    <a:pt x="0" y="7935"/>
                    <a:pt x="0" y="6272"/>
                  </a:cubicBezTo>
                  <a:lnTo>
                    <a:pt x="0" y="6272"/>
                  </a:lnTo>
                  <a:cubicBezTo>
                    <a:pt x="0" y="4608"/>
                    <a:pt x="661" y="3013"/>
                    <a:pt x="1837" y="1837"/>
                  </a:cubicBezTo>
                  <a:cubicBezTo>
                    <a:pt x="3013" y="661"/>
                    <a:pt x="4608" y="0"/>
                    <a:pt x="6272" y="0"/>
                  </a:cubicBezTo>
                  <a:close/>
                </a:path>
              </a:pathLst>
            </a:custGeom>
            <a:solidFill>
              <a:srgbClr val="335ACF"/>
            </a:solidFill>
          </p:spPr>
        </p:sp>
        <p:sp>
          <p:nvSpPr>
            <p:cNvPr name="TextBox 39" id="39"/>
            <p:cNvSpPr txBox="true"/>
            <p:nvPr/>
          </p:nvSpPr>
          <p:spPr>
            <a:xfrm>
              <a:off x="0" y="-38100"/>
              <a:ext cx="274578" cy="50643"/>
            </a:xfrm>
            <a:prstGeom prst="rect">
              <a:avLst/>
            </a:prstGeom>
          </p:spPr>
          <p:txBody>
            <a:bodyPr anchor="ctr" rtlCol="false" tIns="50800" lIns="50800" bIns="50800" rIns="50800"/>
            <a:lstStyle/>
            <a:p>
              <a:pPr algn="ctr">
                <a:lnSpc>
                  <a:spcPts val="2659"/>
                </a:lnSpc>
              </a:pPr>
            </a:p>
          </p:txBody>
        </p:sp>
      </p:grpSp>
      <p:sp>
        <p:nvSpPr>
          <p:cNvPr name="TextBox 40" id="40"/>
          <p:cNvSpPr txBox="true"/>
          <p:nvPr/>
        </p:nvSpPr>
        <p:spPr>
          <a:xfrm rot="0">
            <a:off x="1927240" y="2057698"/>
            <a:ext cx="4982921" cy="1407878"/>
          </a:xfrm>
          <a:prstGeom prst="rect">
            <a:avLst/>
          </a:prstGeom>
        </p:spPr>
        <p:txBody>
          <a:bodyPr anchor="t" rtlCol="false" tIns="0" lIns="0" bIns="0" rIns="0">
            <a:spAutoFit/>
          </a:bodyPr>
          <a:lstStyle/>
          <a:p>
            <a:pPr algn="l">
              <a:lnSpc>
                <a:spcPts val="5336"/>
              </a:lnSpc>
            </a:pPr>
            <a:r>
              <a:rPr lang="en-US" sz="4560" b="true">
                <a:solidFill>
                  <a:srgbClr val="1F2020"/>
                </a:solidFill>
                <a:latin typeface="Poppins Bold"/>
                <a:ea typeface="Poppins Bold"/>
                <a:cs typeface="Poppins Bold"/>
                <a:sym typeface="Poppins Bold"/>
              </a:rPr>
              <a:t>Application Advantages</a:t>
            </a:r>
          </a:p>
        </p:txBody>
      </p:sp>
      <p:grpSp>
        <p:nvGrpSpPr>
          <p:cNvPr name="Group 41" id="41"/>
          <p:cNvGrpSpPr/>
          <p:nvPr/>
        </p:nvGrpSpPr>
        <p:grpSpPr>
          <a:xfrm rot="0">
            <a:off x="1927240" y="4748749"/>
            <a:ext cx="677751" cy="677751"/>
            <a:chOff x="0" y="0"/>
            <a:chExt cx="812800" cy="812800"/>
          </a:xfrm>
        </p:grpSpPr>
        <p:sp>
          <p:nvSpPr>
            <p:cNvPr name="Freeform 42" id="4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35ACF"/>
            </a:solidFill>
          </p:spPr>
        </p:sp>
        <p:sp>
          <p:nvSpPr>
            <p:cNvPr name="TextBox 43" id="43"/>
            <p:cNvSpPr txBox="true"/>
            <p:nvPr/>
          </p:nvSpPr>
          <p:spPr>
            <a:xfrm>
              <a:off x="76200" y="28575"/>
              <a:ext cx="660400" cy="708025"/>
            </a:xfrm>
            <a:prstGeom prst="rect">
              <a:avLst/>
            </a:prstGeom>
          </p:spPr>
          <p:txBody>
            <a:bodyPr anchor="ctr" rtlCol="false" tIns="50800" lIns="50800" bIns="50800" rIns="50800"/>
            <a:lstStyle/>
            <a:p>
              <a:pPr algn="ctr">
                <a:lnSpc>
                  <a:spcPts val="2239"/>
                </a:lnSpc>
              </a:pPr>
            </a:p>
          </p:txBody>
        </p:sp>
      </p:grpSp>
      <p:sp>
        <p:nvSpPr>
          <p:cNvPr name="TextBox 44" id="44"/>
          <p:cNvSpPr txBox="true"/>
          <p:nvPr/>
        </p:nvSpPr>
        <p:spPr>
          <a:xfrm rot="0">
            <a:off x="2874528" y="4729699"/>
            <a:ext cx="2243577" cy="1244977"/>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Lorem ipsum dolor sit amet, consectetur adipiscing elit, sed do eiusmod tempor incididunt ut labore et dolore magna aliqua. Ut enim ad minim veniam, quis nostrud</a:t>
            </a:r>
          </a:p>
        </p:txBody>
      </p:sp>
      <p:sp>
        <p:nvSpPr>
          <p:cNvPr name="TextBox 45" id="45"/>
          <p:cNvSpPr txBox="true"/>
          <p:nvPr/>
        </p:nvSpPr>
        <p:spPr>
          <a:xfrm rot="0">
            <a:off x="2018060" y="4924746"/>
            <a:ext cx="496110" cy="297180"/>
          </a:xfrm>
          <a:prstGeom prst="rect">
            <a:avLst/>
          </a:prstGeom>
        </p:spPr>
        <p:txBody>
          <a:bodyPr anchor="t" rtlCol="false" tIns="0" lIns="0" bIns="0" rIns="0">
            <a:spAutoFit/>
          </a:bodyPr>
          <a:lstStyle/>
          <a:p>
            <a:pPr algn="ctr">
              <a:lnSpc>
                <a:spcPts val="2519"/>
              </a:lnSpc>
              <a:spcBef>
                <a:spcPct val="0"/>
              </a:spcBef>
            </a:pPr>
            <a:r>
              <a:rPr lang="en-US" b="true" sz="1799">
                <a:solidFill>
                  <a:srgbClr val="FFFFFF"/>
                </a:solidFill>
                <a:latin typeface="Open Sans Bold"/>
                <a:ea typeface="Open Sans Bold"/>
                <a:cs typeface="Open Sans Bold"/>
                <a:sym typeface="Open Sans Bold"/>
              </a:rPr>
              <a:t>01</a:t>
            </a:r>
          </a:p>
        </p:txBody>
      </p:sp>
      <p:grpSp>
        <p:nvGrpSpPr>
          <p:cNvPr name="Group 46" id="46"/>
          <p:cNvGrpSpPr/>
          <p:nvPr/>
        </p:nvGrpSpPr>
        <p:grpSpPr>
          <a:xfrm rot="0">
            <a:off x="5953135" y="4748749"/>
            <a:ext cx="677751" cy="677751"/>
            <a:chOff x="0" y="0"/>
            <a:chExt cx="812800" cy="812800"/>
          </a:xfrm>
        </p:grpSpPr>
        <p:sp>
          <p:nvSpPr>
            <p:cNvPr name="Freeform 47" id="4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35ACF"/>
            </a:solidFill>
          </p:spPr>
        </p:sp>
        <p:sp>
          <p:nvSpPr>
            <p:cNvPr name="TextBox 48" id="48"/>
            <p:cNvSpPr txBox="true"/>
            <p:nvPr/>
          </p:nvSpPr>
          <p:spPr>
            <a:xfrm>
              <a:off x="76200" y="28575"/>
              <a:ext cx="660400" cy="708025"/>
            </a:xfrm>
            <a:prstGeom prst="rect">
              <a:avLst/>
            </a:prstGeom>
          </p:spPr>
          <p:txBody>
            <a:bodyPr anchor="ctr" rtlCol="false" tIns="50800" lIns="50800" bIns="50800" rIns="50800"/>
            <a:lstStyle/>
            <a:p>
              <a:pPr algn="ctr">
                <a:lnSpc>
                  <a:spcPts val="2239"/>
                </a:lnSpc>
              </a:pPr>
            </a:p>
          </p:txBody>
        </p:sp>
      </p:grpSp>
      <p:sp>
        <p:nvSpPr>
          <p:cNvPr name="TextBox 49" id="49"/>
          <p:cNvSpPr txBox="true"/>
          <p:nvPr/>
        </p:nvSpPr>
        <p:spPr>
          <a:xfrm rot="0">
            <a:off x="6900423" y="4729699"/>
            <a:ext cx="2243577" cy="1244977"/>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Lorem ipsum dolor sit amet, consectetur adipiscing elit, sed do eiusmod tempor incididunt ut labore et dolore magna aliqua. Ut enim ad minim veniam, quis nostrud</a:t>
            </a:r>
          </a:p>
        </p:txBody>
      </p:sp>
      <p:sp>
        <p:nvSpPr>
          <p:cNvPr name="TextBox 50" id="50"/>
          <p:cNvSpPr txBox="true"/>
          <p:nvPr/>
        </p:nvSpPr>
        <p:spPr>
          <a:xfrm rot="0">
            <a:off x="6043955" y="4924746"/>
            <a:ext cx="496110" cy="297180"/>
          </a:xfrm>
          <a:prstGeom prst="rect">
            <a:avLst/>
          </a:prstGeom>
        </p:spPr>
        <p:txBody>
          <a:bodyPr anchor="t" rtlCol="false" tIns="0" lIns="0" bIns="0" rIns="0">
            <a:spAutoFit/>
          </a:bodyPr>
          <a:lstStyle/>
          <a:p>
            <a:pPr algn="ctr">
              <a:lnSpc>
                <a:spcPts val="2519"/>
              </a:lnSpc>
              <a:spcBef>
                <a:spcPct val="0"/>
              </a:spcBef>
            </a:pPr>
            <a:r>
              <a:rPr lang="en-US" b="true" sz="1799">
                <a:solidFill>
                  <a:srgbClr val="FFFFFF"/>
                </a:solidFill>
                <a:latin typeface="Open Sans Bold"/>
                <a:ea typeface="Open Sans Bold"/>
                <a:cs typeface="Open Sans Bold"/>
                <a:sym typeface="Open Sans Bold"/>
              </a:rPr>
              <a:t>02</a:t>
            </a:r>
          </a:p>
        </p:txBody>
      </p:sp>
      <p:grpSp>
        <p:nvGrpSpPr>
          <p:cNvPr name="Group 51" id="51"/>
          <p:cNvGrpSpPr/>
          <p:nvPr/>
        </p:nvGrpSpPr>
        <p:grpSpPr>
          <a:xfrm rot="0">
            <a:off x="1927240" y="6965275"/>
            <a:ext cx="677751" cy="677751"/>
            <a:chOff x="0" y="0"/>
            <a:chExt cx="812800" cy="812800"/>
          </a:xfrm>
        </p:grpSpPr>
        <p:sp>
          <p:nvSpPr>
            <p:cNvPr name="Freeform 52" id="5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35ACF"/>
            </a:solidFill>
          </p:spPr>
        </p:sp>
        <p:sp>
          <p:nvSpPr>
            <p:cNvPr name="TextBox 53" id="53"/>
            <p:cNvSpPr txBox="true"/>
            <p:nvPr/>
          </p:nvSpPr>
          <p:spPr>
            <a:xfrm>
              <a:off x="76200" y="28575"/>
              <a:ext cx="660400" cy="708025"/>
            </a:xfrm>
            <a:prstGeom prst="rect">
              <a:avLst/>
            </a:prstGeom>
          </p:spPr>
          <p:txBody>
            <a:bodyPr anchor="ctr" rtlCol="false" tIns="50800" lIns="50800" bIns="50800" rIns="50800"/>
            <a:lstStyle/>
            <a:p>
              <a:pPr algn="ctr">
                <a:lnSpc>
                  <a:spcPts val="2239"/>
                </a:lnSpc>
              </a:pPr>
            </a:p>
          </p:txBody>
        </p:sp>
      </p:grpSp>
      <p:sp>
        <p:nvSpPr>
          <p:cNvPr name="TextBox 54" id="54"/>
          <p:cNvSpPr txBox="true"/>
          <p:nvPr/>
        </p:nvSpPr>
        <p:spPr>
          <a:xfrm rot="0">
            <a:off x="2874528" y="6946225"/>
            <a:ext cx="2243577" cy="1244977"/>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Lorem ipsum dolor sit amet, consectetur adipiscing elit, sed do eiusmod tempor incididunt ut labore et dolore magna aliqua. Ut enim ad minim veniam, quis nostrud</a:t>
            </a:r>
          </a:p>
        </p:txBody>
      </p:sp>
      <p:sp>
        <p:nvSpPr>
          <p:cNvPr name="TextBox 55" id="55"/>
          <p:cNvSpPr txBox="true"/>
          <p:nvPr/>
        </p:nvSpPr>
        <p:spPr>
          <a:xfrm rot="0">
            <a:off x="2018060" y="7141273"/>
            <a:ext cx="496110" cy="297180"/>
          </a:xfrm>
          <a:prstGeom prst="rect">
            <a:avLst/>
          </a:prstGeom>
        </p:spPr>
        <p:txBody>
          <a:bodyPr anchor="t" rtlCol="false" tIns="0" lIns="0" bIns="0" rIns="0">
            <a:spAutoFit/>
          </a:bodyPr>
          <a:lstStyle/>
          <a:p>
            <a:pPr algn="ctr">
              <a:lnSpc>
                <a:spcPts val="2519"/>
              </a:lnSpc>
              <a:spcBef>
                <a:spcPct val="0"/>
              </a:spcBef>
            </a:pPr>
            <a:r>
              <a:rPr lang="en-US" b="true" sz="1799">
                <a:solidFill>
                  <a:srgbClr val="FFFFFF"/>
                </a:solidFill>
                <a:latin typeface="Open Sans Bold"/>
                <a:ea typeface="Open Sans Bold"/>
                <a:cs typeface="Open Sans Bold"/>
                <a:sym typeface="Open Sans Bold"/>
              </a:rPr>
              <a:t>03</a:t>
            </a:r>
          </a:p>
        </p:txBody>
      </p:sp>
      <p:grpSp>
        <p:nvGrpSpPr>
          <p:cNvPr name="Group 56" id="56"/>
          <p:cNvGrpSpPr/>
          <p:nvPr/>
        </p:nvGrpSpPr>
        <p:grpSpPr>
          <a:xfrm rot="0">
            <a:off x="5953135" y="6965275"/>
            <a:ext cx="677751" cy="677751"/>
            <a:chOff x="0" y="0"/>
            <a:chExt cx="812800" cy="812800"/>
          </a:xfrm>
        </p:grpSpPr>
        <p:sp>
          <p:nvSpPr>
            <p:cNvPr name="Freeform 57" id="5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35ACF"/>
            </a:solidFill>
          </p:spPr>
        </p:sp>
        <p:sp>
          <p:nvSpPr>
            <p:cNvPr name="TextBox 58" id="58"/>
            <p:cNvSpPr txBox="true"/>
            <p:nvPr/>
          </p:nvSpPr>
          <p:spPr>
            <a:xfrm>
              <a:off x="76200" y="28575"/>
              <a:ext cx="660400" cy="708025"/>
            </a:xfrm>
            <a:prstGeom prst="rect">
              <a:avLst/>
            </a:prstGeom>
          </p:spPr>
          <p:txBody>
            <a:bodyPr anchor="ctr" rtlCol="false" tIns="50800" lIns="50800" bIns="50800" rIns="50800"/>
            <a:lstStyle/>
            <a:p>
              <a:pPr algn="ctr">
                <a:lnSpc>
                  <a:spcPts val="2239"/>
                </a:lnSpc>
              </a:pPr>
            </a:p>
          </p:txBody>
        </p:sp>
      </p:grpSp>
      <p:sp>
        <p:nvSpPr>
          <p:cNvPr name="TextBox 59" id="59"/>
          <p:cNvSpPr txBox="true"/>
          <p:nvPr/>
        </p:nvSpPr>
        <p:spPr>
          <a:xfrm rot="0">
            <a:off x="6900423" y="6946225"/>
            <a:ext cx="2243577" cy="1244977"/>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Lorem ipsum dolor sit amet, consectetur adipiscing elit, sed do eiusmod tempor incididunt ut labore et dolore magna aliqua. Ut enim ad minim veniam, quis nostrud</a:t>
            </a:r>
          </a:p>
        </p:txBody>
      </p:sp>
      <p:sp>
        <p:nvSpPr>
          <p:cNvPr name="TextBox 60" id="60"/>
          <p:cNvSpPr txBox="true"/>
          <p:nvPr/>
        </p:nvSpPr>
        <p:spPr>
          <a:xfrm rot="0">
            <a:off x="6043955" y="7141273"/>
            <a:ext cx="496110" cy="297180"/>
          </a:xfrm>
          <a:prstGeom prst="rect">
            <a:avLst/>
          </a:prstGeom>
        </p:spPr>
        <p:txBody>
          <a:bodyPr anchor="t" rtlCol="false" tIns="0" lIns="0" bIns="0" rIns="0">
            <a:spAutoFit/>
          </a:bodyPr>
          <a:lstStyle/>
          <a:p>
            <a:pPr algn="ctr">
              <a:lnSpc>
                <a:spcPts val="2519"/>
              </a:lnSpc>
              <a:spcBef>
                <a:spcPct val="0"/>
              </a:spcBef>
            </a:pPr>
            <a:r>
              <a:rPr lang="en-US" b="true" sz="1799">
                <a:solidFill>
                  <a:srgbClr val="FFFFFF"/>
                </a:solidFill>
                <a:latin typeface="Open Sans Bold"/>
                <a:ea typeface="Open Sans Bold"/>
                <a:cs typeface="Open Sans Bold"/>
                <a:sym typeface="Open Sans Bold"/>
              </a:rPr>
              <a:t>04</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293116" y="565634"/>
            <a:ext cx="397367" cy="28996"/>
            <a:chOff x="0" y="0"/>
            <a:chExt cx="128243" cy="9358"/>
          </a:xfrm>
        </p:grpSpPr>
        <p:sp>
          <p:nvSpPr>
            <p:cNvPr name="Freeform 3" id="3"/>
            <p:cNvSpPr/>
            <p:nvPr/>
          </p:nvSpPr>
          <p:spPr>
            <a:xfrm flipH="false" flipV="false" rot="0">
              <a:off x="0" y="0"/>
              <a:ext cx="128243" cy="9358"/>
            </a:xfrm>
            <a:custGeom>
              <a:avLst/>
              <a:gdLst/>
              <a:ahLst/>
              <a:cxnLst/>
              <a:rect r="r" b="b" t="t" l="l"/>
              <a:pathLst>
                <a:path h="9358" w="128243">
                  <a:moveTo>
                    <a:pt x="0" y="0"/>
                  </a:moveTo>
                  <a:lnTo>
                    <a:pt x="128243" y="0"/>
                  </a:lnTo>
                  <a:lnTo>
                    <a:pt x="128243" y="9358"/>
                  </a:lnTo>
                  <a:lnTo>
                    <a:pt x="0" y="9358"/>
                  </a:lnTo>
                  <a:close/>
                </a:path>
              </a:pathLst>
            </a:custGeom>
            <a:solidFill>
              <a:srgbClr val="335ACF"/>
            </a:solidFill>
          </p:spPr>
        </p:sp>
        <p:sp>
          <p:nvSpPr>
            <p:cNvPr name="TextBox 4" id="4"/>
            <p:cNvSpPr txBox="true"/>
            <p:nvPr/>
          </p:nvSpPr>
          <p:spPr>
            <a:xfrm>
              <a:off x="0" y="-38100"/>
              <a:ext cx="128243" cy="47458"/>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7293116" y="657737"/>
            <a:ext cx="397367" cy="28996"/>
            <a:chOff x="0" y="0"/>
            <a:chExt cx="128243" cy="9358"/>
          </a:xfrm>
        </p:grpSpPr>
        <p:sp>
          <p:nvSpPr>
            <p:cNvPr name="Freeform 6" id="6"/>
            <p:cNvSpPr/>
            <p:nvPr/>
          </p:nvSpPr>
          <p:spPr>
            <a:xfrm flipH="false" flipV="false" rot="0">
              <a:off x="0" y="0"/>
              <a:ext cx="128243" cy="9358"/>
            </a:xfrm>
            <a:custGeom>
              <a:avLst/>
              <a:gdLst/>
              <a:ahLst/>
              <a:cxnLst/>
              <a:rect r="r" b="b" t="t" l="l"/>
              <a:pathLst>
                <a:path h="9358" w="128243">
                  <a:moveTo>
                    <a:pt x="0" y="0"/>
                  </a:moveTo>
                  <a:lnTo>
                    <a:pt x="128243" y="0"/>
                  </a:lnTo>
                  <a:lnTo>
                    <a:pt x="128243" y="9358"/>
                  </a:lnTo>
                  <a:lnTo>
                    <a:pt x="0" y="9358"/>
                  </a:lnTo>
                  <a:close/>
                </a:path>
              </a:pathLst>
            </a:custGeom>
            <a:solidFill>
              <a:srgbClr val="335ACF"/>
            </a:solidFill>
          </p:spPr>
        </p:sp>
        <p:sp>
          <p:nvSpPr>
            <p:cNvPr name="TextBox 7" id="7"/>
            <p:cNvSpPr txBox="true"/>
            <p:nvPr/>
          </p:nvSpPr>
          <p:spPr>
            <a:xfrm>
              <a:off x="0" y="-38100"/>
              <a:ext cx="128243" cy="47458"/>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32651" y="0"/>
            <a:ext cx="8260763" cy="10287000"/>
            <a:chOff x="0" y="0"/>
            <a:chExt cx="2175674" cy="2709333"/>
          </a:xfrm>
        </p:grpSpPr>
        <p:sp>
          <p:nvSpPr>
            <p:cNvPr name="Freeform 9" id="9"/>
            <p:cNvSpPr/>
            <p:nvPr/>
          </p:nvSpPr>
          <p:spPr>
            <a:xfrm flipH="false" flipV="false" rot="0">
              <a:off x="0" y="0"/>
              <a:ext cx="2175674" cy="2709333"/>
            </a:xfrm>
            <a:custGeom>
              <a:avLst/>
              <a:gdLst/>
              <a:ahLst/>
              <a:cxnLst/>
              <a:rect r="r" b="b" t="t" l="l"/>
              <a:pathLst>
                <a:path h="2709333" w="2175674">
                  <a:moveTo>
                    <a:pt x="0" y="0"/>
                  </a:moveTo>
                  <a:lnTo>
                    <a:pt x="2175674" y="0"/>
                  </a:lnTo>
                  <a:lnTo>
                    <a:pt x="2175674" y="2709333"/>
                  </a:lnTo>
                  <a:lnTo>
                    <a:pt x="0" y="2709333"/>
                  </a:lnTo>
                  <a:close/>
                </a:path>
              </a:pathLst>
            </a:custGeom>
            <a:solidFill>
              <a:srgbClr val="335ACF"/>
            </a:solidFill>
          </p:spPr>
        </p:sp>
        <p:sp>
          <p:nvSpPr>
            <p:cNvPr name="TextBox 10" id="10"/>
            <p:cNvSpPr txBox="true"/>
            <p:nvPr/>
          </p:nvSpPr>
          <p:spPr>
            <a:xfrm>
              <a:off x="0" y="-38100"/>
              <a:ext cx="2175674" cy="2747433"/>
            </a:xfrm>
            <a:prstGeom prst="rect">
              <a:avLst/>
            </a:prstGeom>
          </p:spPr>
          <p:txBody>
            <a:bodyPr anchor="ctr" rtlCol="false" tIns="50800" lIns="50800" bIns="50800" rIns="50800"/>
            <a:lstStyle/>
            <a:p>
              <a:pPr algn="ctr">
                <a:lnSpc>
                  <a:spcPts val="2659"/>
                </a:lnSpc>
              </a:pPr>
            </a:p>
          </p:txBody>
        </p:sp>
      </p:grpSp>
      <p:sp>
        <p:nvSpPr>
          <p:cNvPr name="Freeform 11" id="11"/>
          <p:cNvSpPr/>
          <p:nvPr/>
        </p:nvSpPr>
        <p:spPr>
          <a:xfrm flipH="false" flipV="false" rot="0">
            <a:off x="673429" y="486649"/>
            <a:ext cx="274427" cy="260019"/>
          </a:xfrm>
          <a:custGeom>
            <a:avLst/>
            <a:gdLst/>
            <a:ahLst/>
            <a:cxnLst/>
            <a:rect r="r" b="b" t="t" l="l"/>
            <a:pathLst>
              <a:path h="260019" w="274427">
                <a:moveTo>
                  <a:pt x="0" y="0"/>
                </a:moveTo>
                <a:lnTo>
                  <a:pt x="274427" y="0"/>
                </a:lnTo>
                <a:lnTo>
                  <a:pt x="274427" y="260020"/>
                </a:lnTo>
                <a:lnTo>
                  <a:pt x="0" y="26002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2" id="12"/>
          <p:cNvGrpSpPr/>
          <p:nvPr/>
        </p:nvGrpSpPr>
        <p:grpSpPr>
          <a:xfrm rot="0">
            <a:off x="18177932" y="8597752"/>
            <a:ext cx="110068" cy="660548"/>
            <a:chOff x="0" y="0"/>
            <a:chExt cx="28989" cy="173972"/>
          </a:xfrm>
        </p:grpSpPr>
        <p:sp>
          <p:nvSpPr>
            <p:cNvPr name="Freeform 13" id="13"/>
            <p:cNvSpPr/>
            <p:nvPr/>
          </p:nvSpPr>
          <p:spPr>
            <a:xfrm flipH="false" flipV="false" rot="0">
              <a:off x="0" y="0"/>
              <a:ext cx="28989" cy="173972"/>
            </a:xfrm>
            <a:custGeom>
              <a:avLst/>
              <a:gdLst/>
              <a:ahLst/>
              <a:cxnLst/>
              <a:rect r="r" b="b" t="t" l="l"/>
              <a:pathLst>
                <a:path h="173972" w="28989">
                  <a:moveTo>
                    <a:pt x="0" y="0"/>
                  </a:moveTo>
                  <a:lnTo>
                    <a:pt x="28989" y="0"/>
                  </a:lnTo>
                  <a:lnTo>
                    <a:pt x="28989" y="173972"/>
                  </a:lnTo>
                  <a:lnTo>
                    <a:pt x="0" y="173972"/>
                  </a:lnTo>
                  <a:close/>
                </a:path>
              </a:pathLst>
            </a:custGeom>
            <a:solidFill>
              <a:srgbClr val="335ACF"/>
            </a:solidFill>
          </p:spPr>
        </p:sp>
        <p:sp>
          <p:nvSpPr>
            <p:cNvPr name="TextBox 14" id="14"/>
            <p:cNvSpPr txBox="true"/>
            <p:nvPr/>
          </p:nvSpPr>
          <p:spPr>
            <a:xfrm>
              <a:off x="0" y="-38100"/>
              <a:ext cx="28989" cy="212072"/>
            </a:xfrm>
            <a:prstGeom prst="rect">
              <a:avLst/>
            </a:prstGeom>
          </p:spPr>
          <p:txBody>
            <a:bodyPr anchor="ctr" rtlCol="false" tIns="50800" lIns="50800" bIns="50800" rIns="50800"/>
            <a:lstStyle/>
            <a:p>
              <a:pPr algn="ctr">
                <a:lnSpc>
                  <a:spcPts val="2659"/>
                </a:lnSpc>
              </a:pPr>
            </a:p>
          </p:txBody>
        </p:sp>
      </p:grpSp>
      <p:grpSp>
        <p:nvGrpSpPr>
          <p:cNvPr name="Group 15" id="15"/>
          <p:cNvGrpSpPr>
            <a:grpSpLocks noChangeAspect="true"/>
          </p:cNvGrpSpPr>
          <p:nvPr/>
        </p:nvGrpSpPr>
        <p:grpSpPr>
          <a:xfrm rot="0">
            <a:off x="-453973" y="1844576"/>
            <a:ext cx="3334483" cy="6597848"/>
            <a:chOff x="0" y="0"/>
            <a:chExt cx="2620010" cy="5184140"/>
          </a:xfrm>
        </p:grpSpPr>
        <p:sp>
          <p:nvSpPr>
            <p:cNvPr name="Freeform 16" id="16"/>
            <p:cNvSpPr/>
            <p:nvPr/>
          </p:nvSpPr>
          <p:spPr>
            <a:xfrm flipH="false" flipV="false" rot="0">
              <a:off x="53340" y="25400"/>
              <a:ext cx="2513330" cy="5132070"/>
            </a:xfrm>
            <a:custGeom>
              <a:avLst/>
              <a:gdLst/>
              <a:ahLst/>
              <a:cxnLst/>
              <a:rect r="r" b="b" t="t" l="l"/>
              <a:pathLst>
                <a:path h="5132070" w="251333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sp>
        <p:sp>
          <p:nvSpPr>
            <p:cNvPr name="Freeform 17" id="17"/>
            <p:cNvSpPr/>
            <p:nvPr/>
          </p:nvSpPr>
          <p:spPr>
            <a:xfrm flipH="false" flipV="false" rot="0">
              <a:off x="185420" y="156210"/>
              <a:ext cx="2250453" cy="4876800"/>
            </a:xfrm>
            <a:custGeom>
              <a:avLst/>
              <a:gdLst/>
              <a:ahLst/>
              <a:cxnLst/>
              <a:rect r="r" b="b" t="t" l="l"/>
              <a:pathLst>
                <a:path h="4876800" w="2250453">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a:blip r:embed="rId4"/>
              <a:stretch>
                <a:fillRect l="-58351" t="0" r="-58351" b="0"/>
              </a:stretch>
            </a:blipFill>
          </p:spPr>
        </p:sp>
        <p:sp>
          <p:nvSpPr>
            <p:cNvPr name="Freeform 18" id="18"/>
            <p:cNvSpPr/>
            <p:nvPr/>
          </p:nvSpPr>
          <p:spPr>
            <a:xfrm flipH="false" flipV="false" rot="0">
              <a:off x="1121410" y="198120"/>
              <a:ext cx="347980" cy="43180"/>
            </a:xfrm>
            <a:custGeom>
              <a:avLst/>
              <a:gdLst/>
              <a:ahLst/>
              <a:cxnLst/>
              <a:rect r="r" b="b" t="t" l="l"/>
              <a:pathLst>
                <a:path h="43180" w="3479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606060"/>
            </a:solidFill>
          </p:spPr>
        </p:sp>
        <p:sp>
          <p:nvSpPr>
            <p:cNvPr name="Freeform 19" id="19"/>
            <p:cNvSpPr/>
            <p:nvPr/>
          </p:nvSpPr>
          <p:spPr>
            <a:xfrm flipH="false" flipV="false" rot="0">
              <a:off x="1579738" y="187960"/>
              <a:ext cx="63785" cy="63501"/>
            </a:xfrm>
            <a:custGeom>
              <a:avLst/>
              <a:gdLst/>
              <a:ahLst/>
              <a:cxnLst/>
              <a:rect r="r" b="b" t="t" l="l"/>
              <a:pathLst>
                <a:path h="63501" w="63785">
                  <a:moveTo>
                    <a:pt x="31892" y="0"/>
                  </a:moveTo>
                  <a:cubicBezTo>
                    <a:pt x="20515" y="-51"/>
                    <a:pt x="9980" y="5989"/>
                    <a:pt x="4277" y="15834"/>
                  </a:cubicBezTo>
                  <a:cubicBezTo>
                    <a:pt x="-1426" y="25678"/>
                    <a:pt x="-1426" y="37822"/>
                    <a:pt x="4277" y="47666"/>
                  </a:cubicBezTo>
                  <a:cubicBezTo>
                    <a:pt x="9980" y="57511"/>
                    <a:pt x="20515" y="63551"/>
                    <a:pt x="31892" y="63500"/>
                  </a:cubicBezTo>
                  <a:cubicBezTo>
                    <a:pt x="43269" y="63551"/>
                    <a:pt x="53804" y="57511"/>
                    <a:pt x="59507" y="47666"/>
                  </a:cubicBezTo>
                  <a:cubicBezTo>
                    <a:pt x="65210" y="37822"/>
                    <a:pt x="65210" y="25678"/>
                    <a:pt x="59507" y="15834"/>
                  </a:cubicBezTo>
                  <a:cubicBezTo>
                    <a:pt x="53804" y="5989"/>
                    <a:pt x="43269" y="-51"/>
                    <a:pt x="31892" y="0"/>
                  </a:cubicBezTo>
                  <a:close/>
                </a:path>
              </a:pathLst>
            </a:custGeom>
            <a:solidFill>
              <a:srgbClr val="606060"/>
            </a:solidFill>
          </p:spPr>
        </p:sp>
        <p:sp>
          <p:nvSpPr>
            <p:cNvPr name="Freeform 20" id="20"/>
            <p:cNvSpPr/>
            <p:nvPr/>
          </p:nvSpPr>
          <p:spPr>
            <a:xfrm flipH="false" flipV="false" rot="0">
              <a:off x="0" y="685800"/>
              <a:ext cx="27940" cy="213360"/>
            </a:xfrm>
            <a:custGeom>
              <a:avLst/>
              <a:gdLst/>
              <a:ahLst/>
              <a:cxnLst/>
              <a:rect r="r" b="b" t="t" l="l"/>
              <a:pathLst>
                <a:path h="213360" w="2794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B8B8B8"/>
            </a:solidFill>
          </p:spPr>
        </p:sp>
        <p:sp>
          <p:nvSpPr>
            <p:cNvPr name="Freeform 21" id="21"/>
            <p:cNvSpPr/>
            <p:nvPr/>
          </p:nvSpPr>
          <p:spPr>
            <a:xfrm flipH="false" flipV="false" rot="0">
              <a:off x="0" y="1057910"/>
              <a:ext cx="27940" cy="384810"/>
            </a:xfrm>
            <a:custGeom>
              <a:avLst/>
              <a:gdLst/>
              <a:ahLst/>
              <a:cxnLst/>
              <a:rect r="r" b="b" t="t" l="l"/>
              <a:pathLst>
                <a:path h="384810" w="2794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B8B8B8"/>
            </a:solidFill>
          </p:spPr>
        </p:sp>
        <p:sp>
          <p:nvSpPr>
            <p:cNvPr name="Freeform 22" id="22"/>
            <p:cNvSpPr/>
            <p:nvPr/>
          </p:nvSpPr>
          <p:spPr>
            <a:xfrm flipH="false" flipV="false" rot="0">
              <a:off x="0" y="1526540"/>
              <a:ext cx="27940" cy="386080"/>
            </a:xfrm>
            <a:custGeom>
              <a:avLst/>
              <a:gdLst/>
              <a:ahLst/>
              <a:cxnLst/>
              <a:rect r="r" b="b" t="t" l="l"/>
              <a:pathLst>
                <a:path h="386080" w="2794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B8B8B8"/>
            </a:solidFill>
          </p:spPr>
        </p:sp>
        <p:sp>
          <p:nvSpPr>
            <p:cNvPr name="Freeform 23" id="23"/>
            <p:cNvSpPr/>
            <p:nvPr/>
          </p:nvSpPr>
          <p:spPr>
            <a:xfrm flipH="false" flipV="false" rot="0">
              <a:off x="2592070" y="1184910"/>
              <a:ext cx="27940" cy="618490"/>
            </a:xfrm>
            <a:custGeom>
              <a:avLst/>
              <a:gdLst/>
              <a:ahLst/>
              <a:cxnLst/>
              <a:rect r="r" b="b" t="t" l="l"/>
              <a:pathLst>
                <a:path h="618490" w="2794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B8B8B8"/>
            </a:solidFill>
          </p:spPr>
        </p:sp>
        <p:sp>
          <p:nvSpPr>
            <p:cNvPr name="Freeform 24" id="24"/>
            <p:cNvSpPr/>
            <p:nvPr/>
          </p:nvSpPr>
          <p:spPr>
            <a:xfrm flipH="false" flipV="false" rot="0">
              <a:off x="27940" y="0"/>
              <a:ext cx="2564130" cy="5182870"/>
            </a:xfrm>
            <a:custGeom>
              <a:avLst/>
              <a:gdLst/>
              <a:ahLst/>
              <a:cxnLst/>
              <a:rect r="r" b="b" t="t" l="l"/>
              <a:pathLst>
                <a:path h="5182870" w="256413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E9E9E9"/>
            </a:solidFill>
          </p:spPr>
        </p:sp>
      </p:grpSp>
      <p:grpSp>
        <p:nvGrpSpPr>
          <p:cNvPr name="Group 25" id="25"/>
          <p:cNvGrpSpPr>
            <a:grpSpLocks noChangeAspect="true"/>
          </p:cNvGrpSpPr>
          <p:nvPr/>
        </p:nvGrpSpPr>
        <p:grpSpPr>
          <a:xfrm rot="0">
            <a:off x="3053449" y="1844576"/>
            <a:ext cx="3334483" cy="6597848"/>
            <a:chOff x="0" y="0"/>
            <a:chExt cx="2620010" cy="5184140"/>
          </a:xfrm>
        </p:grpSpPr>
        <p:sp>
          <p:nvSpPr>
            <p:cNvPr name="Freeform 26" id="26"/>
            <p:cNvSpPr/>
            <p:nvPr/>
          </p:nvSpPr>
          <p:spPr>
            <a:xfrm flipH="false" flipV="false" rot="0">
              <a:off x="53340" y="25400"/>
              <a:ext cx="2513330" cy="5132070"/>
            </a:xfrm>
            <a:custGeom>
              <a:avLst/>
              <a:gdLst/>
              <a:ahLst/>
              <a:cxnLst/>
              <a:rect r="r" b="b" t="t" l="l"/>
              <a:pathLst>
                <a:path h="5132070" w="251333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sp>
        <p:sp>
          <p:nvSpPr>
            <p:cNvPr name="Freeform 27" id="27"/>
            <p:cNvSpPr/>
            <p:nvPr/>
          </p:nvSpPr>
          <p:spPr>
            <a:xfrm flipH="false" flipV="false" rot="0">
              <a:off x="185420" y="156210"/>
              <a:ext cx="2250453" cy="4876800"/>
            </a:xfrm>
            <a:custGeom>
              <a:avLst/>
              <a:gdLst/>
              <a:ahLst/>
              <a:cxnLst/>
              <a:rect r="r" b="b" t="t" l="l"/>
              <a:pathLst>
                <a:path h="4876800" w="2250453">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a:blip r:embed="rId4"/>
              <a:stretch>
                <a:fillRect l="-58351" t="0" r="-58351" b="0"/>
              </a:stretch>
            </a:blipFill>
          </p:spPr>
        </p:sp>
        <p:sp>
          <p:nvSpPr>
            <p:cNvPr name="Freeform 28" id="28"/>
            <p:cNvSpPr/>
            <p:nvPr/>
          </p:nvSpPr>
          <p:spPr>
            <a:xfrm flipH="false" flipV="false" rot="0">
              <a:off x="1121410" y="198120"/>
              <a:ext cx="347980" cy="43180"/>
            </a:xfrm>
            <a:custGeom>
              <a:avLst/>
              <a:gdLst/>
              <a:ahLst/>
              <a:cxnLst/>
              <a:rect r="r" b="b" t="t" l="l"/>
              <a:pathLst>
                <a:path h="43180" w="3479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606060"/>
            </a:solidFill>
          </p:spPr>
        </p:sp>
        <p:sp>
          <p:nvSpPr>
            <p:cNvPr name="Freeform 29" id="29"/>
            <p:cNvSpPr/>
            <p:nvPr/>
          </p:nvSpPr>
          <p:spPr>
            <a:xfrm flipH="false" flipV="false" rot="0">
              <a:off x="1579738" y="187960"/>
              <a:ext cx="63785" cy="63501"/>
            </a:xfrm>
            <a:custGeom>
              <a:avLst/>
              <a:gdLst/>
              <a:ahLst/>
              <a:cxnLst/>
              <a:rect r="r" b="b" t="t" l="l"/>
              <a:pathLst>
                <a:path h="63501" w="63785">
                  <a:moveTo>
                    <a:pt x="31892" y="0"/>
                  </a:moveTo>
                  <a:cubicBezTo>
                    <a:pt x="20515" y="-51"/>
                    <a:pt x="9980" y="5989"/>
                    <a:pt x="4277" y="15834"/>
                  </a:cubicBezTo>
                  <a:cubicBezTo>
                    <a:pt x="-1426" y="25678"/>
                    <a:pt x="-1426" y="37822"/>
                    <a:pt x="4277" y="47666"/>
                  </a:cubicBezTo>
                  <a:cubicBezTo>
                    <a:pt x="9980" y="57511"/>
                    <a:pt x="20515" y="63551"/>
                    <a:pt x="31892" y="63500"/>
                  </a:cubicBezTo>
                  <a:cubicBezTo>
                    <a:pt x="43269" y="63551"/>
                    <a:pt x="53804" y="57511"/>
                    <a:pt x="59507" y="47666"/>
                  </a:cubicBezTo>
                  <a:cubicBezTo>
                    <a:pt x="65210" y="37822"/>
                    <a:pt x="65210" y="25678"/>
                    <a:pt x="59507" y="15834"/>
                  </a:cubicBezTo>
                  <a:cubicBezTo>
                    <a:pt x="53804" y="5989"/>
                    <a:pt x="43269" y="-51"/>
                    <a:pt x="31892" y="0"/>
                  </a:cubicBezTo>
                  <a:close/>
                </a:path>
              </a:pathLst>
            </a:custGeom>
            <a:solidFill>
              <a:srgbClr val="606060"/>
            </a:solidFill>
          </p:spPr>
        </p:sp>
        <p:sp>
          <p:nvSpPr>
            <p:cNvPr name="Freeform 30" id="30"/>
            <p:cNvSpPr/>
            <p:nvPr/>
          </p:nvSpPr>
          <p:spPr>
            <a:xfrm flipH="false" flipV="false" rot="0">
              <a:off x="0" y="685800"/>
              <a:ext cx="27940" cy="213360"/>
            </a:xfrm>
            <a:custGeom>
              <a:avLst/>
              <a:gdLst/>
              <a:ahLst/>
              <a:cxnLst/>
              <a:rect r="r" b="b" t="t" l="l"/>
              <a:pathLst>
                <a:path h="213360" w="2794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B8B8B8"/>
            </a:solidFill>
          </p:spPr>
        </p:sp>
        <p:sp>
          <p:nvSpPr>
            <p:cNvPr name="Freeform 31" id="31"/>
            <p:cNvSpPr/>
            <p:nvPr/>
          </p:nvSpPr>
          <p:spPr>
            <a:xfrm flipH="false" flipV="false" rot="0">
              <a:off x="0" y="1057910"/>
              <a:ext cx="27940" cy="384810"/>
            </a:xfrm>
            <a:custGeom>
              <a:avLst/>
              <a:gdLst/>
              <a:ahLst/>
              <a:cxnLst/>
              <a:rect r="r" b="b" t="t" l="l"/>
              <a:pathLst>
                <a:path h="384810" w="2794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B8B8B8"/>
            </a:solidFill>
          </p:spPr>
        </p:sp>
        <p:sp>
          <p:nvSpPr>
            <p:cNvPr name="Freeform 32" id="32"/>
            <p:cNvSpPr/>
            <p:nvPr/>
          </p:nvSpPr>
          <p:spPr>
            <a:xfrm flipH="false" flipV="false" rot="0">
              <a:off x="0" y="1526540"/>
              <a:ext cx="27940" cy="386080"/>
            </a:xfrm>
            <a:custGeom>
              <a:avLst/>
              <a:gdLst/>
              <a:ahLst/>
              <a:cxnLst/>
              <a:rect r="r" b="b" t="t" l="l"/>
              <a:pathLst>
                <a:path h="386080" w="2794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B8B8B8"/>
            </a:solidFill>
          </p:spPr>
        </p:sp>
        <p:sp>
          <p:nvSpPr>
            <p:cNvPr name="Freeform 33" id="33"/>
            <p:cNvSpPr/>
            <p:nvPr/>
          </p:nvSpPr>
          <p:spPr>
            <a:xfrm flipH="false" flipV="false" rot="0">
              <a:off x="2592070" y="1184910"/>
              <a:ext cx="27940" cy="618490"/>
            </a:xfrm>
            <a:custGeom>
              <a:avLst/>
              <a:gdLst/>
              <a:ahLst/>
              <a:cxnLst/>
              <a:rect r="r" b="b" t="t" l="l"/>
              <a:pathLst>
                <a:path h="618490" w="2794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B8B8B8"/>
            </a:solidFill>
          </p:spPr>
        </p:sp>
        <p:sp>
          <p:nvSpPr>
            <p:cNvPr name="Freeform 34" id="34"/>
            <p:cNvSpPr/>
            <p:nvPr/>
          </p:nvSpPr>
          <p:spPr>
            <a:xfrm flipH="false" flipV="false" rot="0">
              <a:off x="27940" y="0"/>
              <a:ext cx="2564130" cy="5182870"/>
            </a:xfrm>
            <a:custGeom>
              <a:avLst/>
              <a:gdLst/>
              <a:ahLst/>
              <a:cxnLst/>
              <a:rect r="r" b="b" t="t" l="l"/>
              <a:pathLst>
                <a:path h="5182870" w="256413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E9E9E9"/>
            </a:solidFill>
          </p:spPr>
        </p:sp>
      </p:grpSp>
      <p:grpSp>
        <p:nvGrpSpPr>
          <p:cNvPr name="Group 35" id="35"/>
          <p:cNvGrpSpPr>
            <a:grpSpLocks noChangeAspect="true"/>
          </p:cNvGrpSpPr>
          <p:nvPr/>
        </p:nvGrpSpPr>
        <p:grpSpPr>
          <a:xfrm rot="0">
            <a:off x="6560870" y="1844576"/>
            <a:ext cx="3334483" cy="6597848"/>
            <a:chOff x="0" y="0"/>
            <a:chExt cx="2620010" cy="5184140"/>
          </a:xfrm>
        </p:grpSpPr>
        <p:sp>
          <p:nvSpPr>
            <p:cNvPr name="Freeform 36" id="36"/>
            <p:cNvSpPr/>
            <p:nvPr/>
          </p:nvSpPr>
          <p:spPr>
            <a:xfrm flipH="false" flipV="false" rot="0">
              <a:off x="53340" y="25400"/>
              <a:ext cx="2513330" cy="5132070"/>
            </a:xfrm>
            <a:custGeom>
              <a:avLst/>
              <a:gdLst/>
              <a:ahLst/>
              <a:cxnLst/>
              <a:rect r="r" b="b" t="t" l="l"/>
              <a:pathLst>
                <a:path h="5132070" w="251333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sp>
        <p:sp>
          <p:nvSpPr>
            <p:cNvPr name="Freeform 37" id="37"/>
            <p:cNvSpPr/>
            <p:nvPr/>
          </p:nvSpPr>
          <p:spPr>
            <a:xfrm flipH="false" flipV="false" rot="0">
              <a:off x="185420" y="156210"/>
              <a:ext cx="2250453" cy="4876800"/>
            </a:xfrm>
            <a:custGeom>
              <a:avLst/>
              <a:gdLst/>
              <a:ahLst/>
              <a:cxnLst/>
              <a:rect r="r" b="b" t="t" l="l"/>
              <a:pathLst>
                <a:path h="4876800" w="2250453">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a:blip r:embed="rId4"/>
              <a:stretch>
                <a:fillRect l="-58351" t="0" r="-58351" b="0"/>
              </a:stretch>
            </a:blipFill>
          </p:spPr>
        </p:sp>
        <p:sp>
          <p:nvSpPr>
            <p:cNvPr name="Freeform 38" id="38"/>
            <p:cNvSpPr/>
            <p:nvPr/>
          </p:nvSpPr>
          <p:spPr>
            <a:xfrm flipH="false" flipV="false" rot="0">
              <a:off x="1121410" y="198120"/>
              <a:ext cx="347980" cy="43180"/>
            </a:xfrm>
            <a:custGeom>
              <a:avLst/>
              <a:gdLst/>
              <a:ahLst/>
              <a:cxnLst/>
              <a:rect r="r" b="b" t="t" l="l"/>
              <a:pathLst>
                <a:path h="43180" w="3479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606060"/>
            </a:solidFill>
          </p:spPr>
        </p:sp>
        <p:sp>
          <p:nvSpPr>
            <p:cNvPr name="Freeform 39" id="39"/>
            <p:cNvSpPr/>
            <p:nvPr/>
          </p:nvSpPr>
          <p:spPr>
            <a:xfrm flipH="false" flipV="false" rot="0">
              <a:off x="1579738" y="187960"/>
              <a:ext cx="63785" cy="63501"/>
            </a:xfrm>
            <a:custGeom>
              <a:avLst/>
              <a:gdLst/>
              <a:ahLst/>
              <a:cxnLst/>
              <a:rect r="r" b="b" t="t" l="l"/>
              <a:pathLst>
                <a:path h="63501" w="63785">
                  <a:moveTo>
                    <a:pt x="31892" y="0"/>
                  </a:moveTo>
                  <a:cubicBezTo>
                    <a:pt x="20515" y="-51"/>
                    <a:pt x="9980" y="5989"/>
                    <a:pt x="4277" y="15834"/>
                  </a:cubicBezTo>
                  <a:cubicBezTo>
                    <a:pt x="-1426" y="25678"/>
                    <a:pt x="-1426" y="37822"/>
                    <a:pt x="4277" y="47666"/>
                  </a:cubicBezTo>
                  <a:cubicBezTo>
                    <a:pt x="9980" y="57511"/>
                    <a:pt x="20515" y="63551"/>
                    <a:pt x="31892" y="63500"/>
                  </a:cubicBezTo>
                  <a:cubicBezTo>
                    <a:pt x="43269" y="63551"/>
                    <a:pt x="53804" y="57511"/>
                    <a:pt x="59507" y="47666"/>
                  </a:cubicBezTo>
                  <a:cubicBezTo>
                    <a:pt x="65210" y="37822"/>
                    <a:pt x="65210" y="25678"/>
                    <a:pt x="59507" y="15834"/>
                  </a:cubicBezTo>
                  <a:cubicBezTo>
                    <a:pt x="53804" y="5989"/>
                    <a:pt x="43269" y="-51"/>
                    <a:pt x="31892" y="0"/>
                  </a:cubicBezTo>
                  <a:close/>
                </a:path>
              </a:pathLst>
            </a:custGeom>
            <a:solidFill>
              <a:srgbClr val="606060"/>
            </a:solidFill>
          </p:spPr>
        </p:sp>
        <p:sp>
          <p:nvSpPr>
            <p:cNvPr name="Freeform 40" id="40"/>
            <p:cNvSpPr/>
            <p:nvPr/>
          </p:nvSpPr>
          <p:spPr>
            <a:xfrm flipH="false" flipV="false" rot="0">
              <a:off x="0" y="685800"/>
              <a:ext cx="27940" cy="213360"/>
            </a:xfrm>
            <a:custGeom>
              <a:avLst/>
              <a:gdLst/>
              <a:ahLst/>
              <a:cxnLst/>
              <a:rect r="r" b="b" t="t" l="l"/>
              <a:pathLst>
                <a:path h="213360" w="2794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B8B8B8"/>
            </a:solidFill>
          </p:spPr>
        </p:sp>
        <p:sp>
          <p:nvSpPr>
            <p:cNvPr name="Freeform 41" id="41"/>
            <p:cNvSpPr/>
            <p:nvPr/>
          </p:nvSpPr>
          <p:spPr>
            <a:xfrm flipH="false" flipV="false" rot="0">
              <a:off x="0" y="1057910"/>
              <a:ext cx="27940" cy="384810"/>
            </a:xfrm>
            <a:custGeom>
              <a:avLst/>
              <a:gdLst/>
              <a:ahLst/>
              <a:cxnLst/>
              <a:rect r="r" b="b" t="t" l="l"/>
              <a:pathLst>
                <a:path h="384810" w="2794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B8B8B8"/>
            </a:solidFill>
          </p:spPr>
        </p:sp>
        <p:sp>
          <p:nvSpPr>
            <p:cNvPr name="Freeform 42" id="42"/>
            <p:cNvSpPr/>
            <p:nvPr/>
          </p:nvSpPr>
          <p:spPr>
            <a:xfrm flipH="false" flipV="false" rot="0">
              <a:off x="0" y="1526540"/>
              <a:ext cx="27940" cy="386080"/>
            </a:xfrm>
            <a:custGeom>
              <a:avLst/>
              <a:gdLst/>
              <a:ahLst/>
              <a:cxnLst/>
              <a:rect r="r" b="b" t="t" l="l"/>
              <a:pathLst>
                <a:path h="386080" w="2794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B8B8B8"/>
            </a:solidFill>
          </p:spPr>
        </p:sp>
        <p:sp>
          <p:nvSpPr>
            <p:cNvPr name="Freeform 43" id="43"/>
            <p:cNvSpPr/>
            <p:nvPr/>
          </p:nvSpPr>
          <p:spPr>
            <a:xfrm flipH="false" flipV="false" rot="0">
              <a:off x="2592070" y="1184910"/>
              <a:ext cx="27940" cy="618490"/>
            </a:xfrm>
            <a:custGeom>
              <a:avLst/>
              <a:gdLst/>
              <a:ahLst/>
              <a:cxnLst/>
              <a:rect r="r" b="b" t="t" l="l"/>
              <a:pathLst>
                <a:path h="618490" w="2794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B8B8B8"/>
            </a:solidFill>
          </p:spPr>
        </p:sp>
        <p:sp>
          <p:nvSpPr>
            <p:cNvPr name="Freeform 44" id="44"/>
            <p:cNvSpPr/>
            <p:nvPr/>
          </p:nvSpPr>
          <p:spPr>
            <a:xfrm flipH="false" flipV="false" rot="0">
              <a:off x="27940" y="0"/>
              <a:ext cx="2564130" cy="5182870"/>
            </a:xfrm>
            <a:custGeom>
              <a:avLst/>
              <a:gdLst/>
              <a:ahLst/>
              <a:cxnLst/>
              <a:rect r="r" b="b" t="t" l="l"/>
              <a:pathLst>
                <a:path h="5182870" w="256413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E9E9E9"/>
            </a:solidFill>
          </p:spPr>
        </p:sp>
      </p:grpSp>
      <p:sp>
        <p:nvSpPr>
          <p:cNvPr name="TextBox 45" id="45"/>
          <p:cNvSpPr txBox="true"/>
          <p:nvPr/>
        </p:nvSpPr>
        <p:spPr>
          <a:xfrm rot="0">
            <a:off x="1039108" y="517674"/>
            <a:ext cx="1547756"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Studio Shodwe</a:t>
            </a:r>
          </a:p>
        </p:txBody>
      </p:sp>
      <p:sp>
        <p:nvSpPr>
          <p:cNvPr name="TextBox 46" id="46"/>
          <p:cNvSpPr txBox="true"/>
          <p:nvPr/>
        </p:nvSpPr>
        <p:spPr>
          <a:xfrm rot="0">
            <a:off x="15940842" y="517674"/>
            <a:ext cx="978460"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Contact</a:t>
            </a:r>
          </a:p>
        </p:txBody>
      </p:sp>
      <p:sp>
        <p:nvSpPr>
          <p:cNvPr name="TextBox 47" id="47"/>
          <p:cNvSpPr txBox="true"/>
          <p:nvPr/>
        </p:nvSpPr>
        <p:spPr>
          <a:xfrm rot="0">
            <a:off x="14385046" y="517674"/>
            <a:ext cx="1060497"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About Us</a:t>
            </a:r>
          </a:p>
        </p:txBody>
      </p:sp>
      <p:sp>
        <p:nvSpPr>
          <p:cNvPr name="TextBox 48" id="48"/>
          <p:cNvSpPr txBox="true"/>
          <p:nvPr/>
        </p:nvSpPr>
        <p:spPr>
          <a:xfrm rot="0">
            <a:off x="13154289" y="517674"/>
            <a:ext cx="735456"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Photo</a:t>
            </a:r>
          </a:p>
        </p:txBody>
      </p:sp>
      <p:sp>
        <p:nvSpPr>
          <p:cNvPr name="TextBox 49" id="49"/>
          <p:cNvSpPr txBox="true"/>
          <p:nvPr/>
        </p:nvSpPr>
        <p:spPr>
          <a:xfrm rot="0">
            <a:off x="11898530" y="517674"/>
            <a:ext cx="809760"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Home</a:t>
            </a:r>
          </a:p>
        </p:txBody>
      </p:sp>
      <p:grpSp>
        <p:nvGrpSpPr>
          <p:cNvPr name="Group 50" id="50"/>
          <p:cNvGrpSpPr/>
          <p:nvPr/>
        </p:nvGrpSpPr>
        <p:grpSpPr>
          <a:xfrm rot="0">
            <a:off x="11551926" y="3984685"/>
            <a:ext cx="1042538" cy="47625"/>
            <a:chOff x="0" y="0"/>
            <a:chExt cx="274578" cy="12543"/>
          </a:xfrm>
        </p:grpSpPr>
        <p:sp>
          <p:nvSpPr>
            <p:cNvPr name="Freeform 51" id="51"/>
            <p:cNvSpPr/>
            <p:nvPr/>
          </p:nvSpPr>
          <p:spPr>
            <a:xfrm flipH="false" flipV="false" rot="0">
              <a:off x="0" y="0"/>
              <a:ext cx="274578" cy="12543"/>
            </a:xfrm>
            <a:custGeom>
              <a:avLst/>
              <a:gdLst/>
              <a:ahLst/>
              <a:cxnLst/>
              <a:rect r="r" b="b" t="t" l="l"/>
              <a:pathLst>
                <a:path h="12543" w="274578">
                  <a:moveTo>
                    <a:pt x="6272" y="0"/>
                  </a:moveTo>
                  <a:lnTo>
                    <a:pt x="268306" y="0"/>
                  </a:lnTo>
                  <a:cubicBezTo>
                    <a:pt x="269970" y="0"/>
                    <a:pt x="271565" y="661"/>
                    <a:pt x="272741" y="1837"/>
                  </a:cubicBezTo>
                  <a:cubicBezTo>
                    <a:pt x="273917" y="3013"/>
                    <a:pt x="274578" y="4608"/>
                    <a:pt x="274578" y="6272"/>
                  </a:cubicBezTo>
                  <a:lnTo>
                    <a:pt x="274578" y="6272"/>
                  </a:lnTo>
                  <a:cubicBezTo>
                    <a:pt x="274578" y="7935"/>
                    <a:pt x="273917" y="9530"/>
                    <a:pt x="272741" y="10706"/>
                  </a:cubicBezTo>
                  <a:cubicBezTo>
                    <a:pt x="271565" y="11882"/>
                    <a:pt x="269970" y="12543"/>
                    <a:pt x="268306" y="12543"/>
                  </a:cubicBezTo>
                  <a:lnTo>
                    <a:pt x="6272" y="12543"/>
                  </a:lnTo>
                  <a:cubicBezTo>
                    <a:pt x="4608" y="12543"/>
                    <a:pt x="3013" y="11882"/>
                    <a:pt x="1837" y="10706"/>
                  </a:cubicBezTo>
                  <a:cubicBezTo>
                    <a:pt x="661" y="9530"/>
                    <a:pt x="0" y="7935"/>
                    <a:pt x="0" y="6272"/>
                  </a:cubicBezTo>
                  <a:lnTo>
                    <a:pt x="0" y="6272"/>
                  </a:lnTo>
                  <a:cubicBezTo>
                    <a:pt x="0" y="4608"/>
                    <a:pt x="661" y="3013"/>
                    <a:pt x="1837" y="1837"/>
                  </a:cubicBezTo>
                  <a:cubicBezTo>
                    <a:pt x="3013" y="661"/>
                    <a:pt x="4608" y="0"/>
                    <a:pt x="6272" y="0"/>
                  </a:cubicBezTo>
                  <a:close/>
                </a:path>
              </a:pathLst>
            </a:custGeom>
            <a:solidFill>
              <a:srgbClr val="335ACF"/>
            </a:solidFill>
          </p:spPr>
        </p:sp>
        <p:sp>
          <p:nvSpPr>
            <p:cNvPr name="TextBox 52" id="52"/>
            <p:cNvSpPr txBox="true"/>
            <p:nvPr/>
          </p:nvSpPr>
          <p:spPr>
            <a:xfrm>
              <a:off x="0" y="-38100"/>
              <a:ext cx="274578" cy="50643"/>
            </a:xfrm>
            <a:prstGeom prst="rect">
              <a:avLst/>
            </a:prstGeom>
          </p:spPr>
          <p:txBody>
            <a:bodyPr anchor="ctr" rtlCol="false" tIns="50800" lIns="50800" bIns="50800" rIns="50800"/>
            <a:lstStyle/>
            <a:p>
              <a:pPr algn="ctr">
                <a:lnSpc>
                  <a:spcPts val="2659"/>
                </a:lnSpc>
              </a:pPr>
            </a:p>
          </p:txBody>
        </p:sp>
      </p:grpSp>
      <p:sp>
        <p:nvSpPr>
          <p:cNvPr name="TextBox 53" id="53"/>
          <p:cNvSpPr txBox="true"/>
          <p:nvPr/>
        </p:nvSpPr>
        <p:spPr>
          <a:xfrm rot="0">
            <a:off x="11551926" y="2331983"/>
            <a:ext cx="4982921" cy="1407878"/>
          </a:xfrm>
          <a:prstGeom prst="rect">
            <a:avLst/>
          </a:prstGeom>
        </p:spPr>
        <p:txBody>
          <a:bodyPr anchor="t" rtlCol="false" tIns="0" lIns="0" bIns="0" rIns="0">
            <a:spAutoFit/>
          </a:bodyPr>
          <a:lstStyle/>
          <a:p>
            <a:pPr algn="l">
              <a:lnSpc>
                <a:spcPts val="5336"/>
              </a:lnSpc>
            </a:pPr>
            <a:r>
              <a:rPr lang="en-US" sz="4560" b="true">
                <a:solidFill>
                  <a:srgbClr val="1F2020"/>
                </a:solidFill>
                <a:latin typeface="Poppins Bold"/>
                <a:ea typeface="Poppins Bold"/>
                <a:cs typeface="Poppins Bold"/>
                <a:sym typeface="Poppins Bold"/>
              </a:rPr>
              <a:t>Application Features</a:t>
            </a:r>
          </a:p>
        </p:txBody>
      </p:sp>
      <p:grpSp>
        <p:nvGrpSpPr>
          <p:cNvPr name="Group 54" id="54"/>
          <p:cNvGrpSpPr/>
          <p:nvPr/>
        </p:nvGrpSpPr>
        <p:grpSpPr>
          <a:xfrm rot="0">
            <a:off x="11551926" y="4818459"/>
            <a:ext cx="677751" cy="677751"/>
            <a:chOff x="0" y="0"/>
            <a:chExt cx="812800" cy="812800"/>
          </a:xfrm>
        </p:grpSpPr>
        <p:sp>
          <p:nvSpPr>
            <p:cNvPr name="Freeform 55" id="5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35ACF"/>
            </a:solidFill>
          </p:spPr>
        </p:sp>
        <p:sp>
          <p:nvSpPr>
            <p:cNvPr name="TextBox 56" id="56"/>
            <p:cNvSpPr txBox="true"/>
            <p:nvPr/>
          </p:nvSpPr>
          <p:spPr>
            <a:xfrm>
              <a:off x="76200" y="28575"/>
              <a:ext cx="660400" cy="708025"/>
            </a:xfrm>
            <a:prstGeom prst="rect">
              <a:avLst/>
            </a:prstGeom>
          </p:spPr>
          <p:txBody>
            <a:bodyPr anchor="ctr" rtlCol="false" tIns="50800" lIns="50800" bIns="50800" rIns="50800"/>
            <a:lstStyle/>
            <a:p>
              <a:pPr algn="ctr">
                <a:lnSpc>
                  <a:spcPts val="2239"/>
                </a:lnSpc>
              </a:pPr>
            </a:p>
          </p:txBody>
        </p:sp>
      </p:grpSp>
      <p:sp>
        <p:nvSpPr>
          <p:cNvPr name="TextBox 57" id="57"/>
          <p:cNvSpPr txBox="true"/>
          <p:nvPr/>
        </p:nvSpPr>
        <p:spPr>
          <a:xfrm rot="0">
            <a:off x="12499214" y="4839423"/>
            <a:ext cx="4035634" cy="616773"/>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Lorem ipsum dolor sit amet, consectetur adipiscing elit, sed do eiusmod tempor incididunt ut labore et dolore magna aliqua. Ut enim ad minim</a:t>
            </a:r>
          </a:p>
        </p:txBody>
      </p:sp>
      <p:sp>
        <p:nvSpPr>
          <p:cNvPr name="TextBox 58" id="58"/>
          <p:cNvSpPr txBox="true"/>
          <p:nvPr/>
        </p:nvSpPr>
        <p:spPr>
          <a:xfrm rot="0">
            <a:off x="11642746" y="4994457"/>
            <a:ext cx="496110" cy="297180"/>
          </a:xfrm>
          <a:prstGeom prst="rect">
            <a:avLst/>
          </a:prstGeom>
        </p:spPr>
        <p:txBody>
          <a:bodyPr anchor="t" rtlCol="false" tIns="0" lIns="0" bIns="0" rIns="0">
            <a:spAutoFit/>
          </a:bodyPr>
          <a:lstStyle/>
          <a:p>
            <a:pPr algn="ctr">
              <a:lnSpc>
                <a:spcPts val="2519"/>
              </a:lnSpc>
              <a:spcBef>
                <a:spcPct val="0"/>
              </a:spcBef>
            </a:pPr>
            <a:r>
              <a:rPr lang="en-US" b="true" sz="1799">
                <a:solidFill>
                  <a:srgbClr val="FFFFFF"/>
                </a:solidFill>
                <a:latin typeface="Open Sans Bold"/>
                <a:ea typeface="Open Sans Bold"/>
                <a:cs typeface="Open Sans Bold"/>
                <a:sym typeface="Open Sans Bold"/>
              </a:rPr>
              <a:t>01</a:t>
            </a:r>
          </a:p>
        </p:txBody>
      </p:sp>
      <p:grpSp>
        <p:nvGrpSpPr>
          <p:cNvPr name="Group 59" id="59"/>
          <p:cNvGrpSpPr/>
          <p:nvPr/>
        </p:nvGrpSpPr>
        <p:grpSpPr>
          <a:xfrm rot="0">
            <a:off x="11551926" y="6028813"/>
            <a:ext cx="677751" cy="677751"/>
            <a:chOff x="0" y="0"/>
            <a:chExt cx="812800" cy="812800"/>
          </a:xfrm>
        </p:grpSpPr>
        <p:sp>
          <p:nvSpPr>
            <p:cNvPr name="Freeform 60" id="6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35ACF"/>
            </a:solidFill>
          </p:spPr>
        </p:sp>
        <p:sp>
          <p:nvSpPr>
            <p:cNvPr name="TextBox 61" id="61"/>
            <p:cNvSpPr txBox="true"/>
            <p:nvPr/>
          </p:nvSpPr>
          <p:spPr>
            <a:xfrm>
              <a:off x="76200" y="28575"/>
              <a:ext cx="660400" cy="708025"/>
            </a:xfrm>
            <a:prstGeom prst="rect">
              <a:avLst/>
            </a:prstGeom>
          </p:spPr>
          <p:txBody>
            <a:bodyPr anchor="ctr" rtlCol="false" tIns="50800" lIns="50800" bIns="50800" rIns="50800"/>
            <a:lstStyle/>
            <a:p>
              <a:pPr algn="ctr">
                <a:lnSpc>
                  <a:spcPts val="2239"/>
                </a:lnSpc>
              </a:pPr>
            </a:p>
          </p:txBody>
        </p:sp>
      </p:grpSp>
      <p:sp>
        <p:nvSpPr>
          <p:cNvPr name="TextBox 62" id="62"/>
          <p:cNvSpPr txBox="true"/>
          <p:nvPr/>
        </p:nvSpPr>
        <p:spPr>
          <a:xfrm rot="0">
            <a:off x="12499214" y="6049776"/>
            <a:ext cx="4035634" cy="616773"/>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Lorem ipsum dolor sit amet, consectetur adipiscing elit, sed do eiusmod tempor incididunt ut labore et dolore magna aliqua. Ut enim ad minim</a:t>
            </a:r>
          </a:p>
        </p:txBody>
      </p:sp>
      <p:sp>
        <p:nvSpPr>
          <p:cNvPr name="TextBox 63" id="63"/>
          <p:cNvSpPr txBox="true"/>
          <p:nvPr/>
        </p:nvSpPr>
        <p:spPr>
          <a:xfrm rot="0">
            <a:off x="11642746" y="6204811"/>
            <a:ext cx="496110" cy="297180"/>
          </a:xfrm>
          <a:prstGeom prst="rect">
            <a:avLst/>
          </a:prstGeom>
        </p:spPr>
        <p:txBody>
          <a:bodyPr anchor="t" rtlCol="false" tIns="0" lIns="0" bIns="0" rIns="0">
            <a:spAutoFit/>
          </a:bodyPr>
          <a:lstStyle/>
          <a:p>
            <a:pPr algn="ctr">
              <a:lnSpc>
                <a:spcPts val="2519"/>
              </a:lnSpc>
              <a:spcBef>
                <a:spcPct val="0"/>
              </a:spcBef>
            </a:pPr>
            <a:r>
              <a:rPr lang="en-US" b="true" sz="1799">
                <a:solidFill>
                  <a:srgbClr val="FFFFFF"/>
                </a:solidFill>
                <a:latin typeface="Open Sans Bold"/>
                <a:ea typeface="Open Sans Bold"/>
                <a:cs typeface="Open Sans Bold"/>
                <a:sym typeface="Open Sans Bold"/>
              </a:rPr>
              <a:t>02</a:t>
            </a:r>
          </a:p>
        </p:txBody>
      </p:sp>
      <p:grpSp>
        <p:nvGrpSpPr>
          <p:cNvPr name="Group 64" id="64"/>
          <p:cNvGrpSpPr/>
          <p:nvPr/>
        </p:nvGrpSpPr>
        <p:grpSpPr>
          <a:xfrm rot="0">
            <a:off x="11551926" y="7239166"/>
            <a:ext cx="677751" cy="677751"/>
            <a:chOff x="0" y="0"/>
            <a:chExt cx="812800" cy="812800"/>
          </a:xfrm>
        </p:grpSpPr>
        <p:sp>
          <p:nvSpPr>
            <p:cNvPr name="Freeform 65" id="6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35ACF"/>
            </a:solidFill>
          </p:spPr>
        </p:sp>
        <p:sp>
          <p:nvSpPr>
            <p:cNvPr name="TextBox 66" id="66"/>
            <p:cNvSpPr txBox="true"/>
            <p:nvPr/>
          </p:nvSpPr>
          <p:spPr>
            <a:xfrm>
              <a:off x="76200" y="28575"/>
              <a:ext cx="660400" cy="708025"/>
            </a:xfrm>
            <a:prstGeom prst="rect">
              <a:avLst/>
            </a:prstGeom>
          </p:spPr>
          <p:txBody>
            <a:bodyPr anchor="ctr" rtlCol="false" tIns="50800" lIns="50800" bIns="50800" rIns="50800"/>
            <a:lstStyle/>
            <a:p>
              <a:pPr algn="ctr">
                <a:lnSpc>
                  <a:spcPts val="2239"/>
                </a:lnSpc>
              </a:pPr>
            </a:p>
          </p:txBody>
        </p:sp>
      </p:grpSp>
      <p:sp>
        <p:nvSpPr>
          <p:cNvPr name="TextBox 67" id="67"/>
          <p:cNvSpPr txBox="true"/>
          <p:nvPr/>
        </p:nvSpPr>
        <p:spPr>
          <a:xfrm rot="0">
            <a:off x="12499214" y="7260130"/>
            <a:ext cx="4035634" cy="616773"/>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Lorem ipsum dolor sit amet, consectetur adipiscing elit, sed do eiusmod tempor incididunt ut labore et dolore magna aliqua. Ut enim ad minim</a:t>
            </a:r>
          </a:p>
        </p:txBody>
      </p:sp>
      <p:sp>
        <p:nvSpPr>
          <p:cNvPr name="TextBox 68" id="68"/>
          <p:cNvSpPr txBox="true"/>
          <p:nvPr/>
        </p:nvSpPr>
        <p:spPr>
          <a:xfrm rot="0">
            <a:off x="11642746" y="7415164"/>
            <a:ext cx="496110" cy="297180"/>
          </a:xfrm>
          <a:prstGeom prst="rect">
            <a:avLst/>
          </a:prstGeom>
        </p:spPr>
        <p:txBody>
          <a:bodyPr anchor="t" rtlCol="false" tIns="0" lIns="0" bIns="0" rIns="0">
            <a:spAutoFit/>
          </a:bodyPr>
          <a:lstStyle/>
          <a:p>
            <a:pPr algn="ctr">
              <a:lnSpc>
                <a:spcPts val="2519"/>
              </a:lnSpc>
              <a:spcBef>
                <a:spcPct val="0"/>
              </a:spcBef>
            </a:pPr>
            <a:r>
              <a:rPr lang="en-US" b="true" sz="1799">
                <a:solidFill>
                  <a:srgbClr val="FFFFFF"/>
                </a:solidFill>
                <a:latin typeface="Open Sans Bold"/>
                <a:ea typeface="Open Sans Bold"/>
                <a:cs typeface="Open Sans Bold"/>
                <a:sym typeface="Open Sans Bold"/>
              </a:rPr>
              <a:t>03</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293116" y="565634"/>
            <a:ext cx="397367" cy="28996"/>
            <a:chOff x="0" y="0"/>
            <a:chExt cx="128243" cy="9358"/>
          </a:xfrm>
        </p:grpSpPr>
        <p:sp>
          <p:nvSpPr>
            <p:cNvPr name="Freeform 3" id="3"/>
            <p:cNvSpPr/>
            <p:nvPr/>
          </p:nvSpPr>
          <p:spPr>
            <a:xfrm flipH="false" flipV="false" rot="0">
              <a:off x="0" y="0"/>
              <a:ext cx="128243" cy="9358"/>
            </a:xfrm>
            <a:custGeom>
              <a:avLst/>
              <a:gdLst/>
              <a:ahLst/>
              <a:cxnLst/>
              <a:rect r="r" b="b" t="t" l="l"/>
              <a:pathLst>
                <a:path h="9358" w="128243">
                  <a:moveTo>
                    <a:pt x="0" y="0"/>
                  </a:moveTo>
                  <a:lnTo>
                    <a:pt x="128243" y="0"/>
                  </a:lnTo>
                  <a:lnTo>
                    <a:pt x="128243" y="9358"/>
                  </a:lnTo>
                  <a:lnTo>
                    <a:pt x="0" y="9358"/>
                  </a:lnTo>
                  <a:close/>
                </a:path>
              </a:pathLst>
            </a:custGeom>
            <a:solidFill>
              <a:srgbClr val="335ACF"/>
            </a:solidFill>
          </p:spPr>
        </p:sp>
        <p:sp>
          <p:nvSpPr>
            <p:cNvPr name="TextBox 4" id="4"/>
            <p:cNvSpPr txBox="true"/>
            <p:nvPr/>
          </p:nvSpPr>
          <p:spPr>
            <a:xfrm>
              <a:off x="0" y="-38100"/>
              <a:ext cx="128243" cy="47458"/>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7293116" y="657737"/>
            <a:ext cx="397367" cy="28996"/>
            <a:chOff x="0" y="0"/>
            <a:chExt cx="128243" cy="9358"/>
          </a:xfrm>
        </p:grpSpPr>
        <p:sp>
          <p:nvSpPr>
            <p:cNvPr name="Freeform 6" id="6"/>
            <p:cNvSpPr/>
            <p:nvPr/>
          </p:nvSpPr>
          <p:spPr>
            <a:xfrm flipH="false" flipV="false" rot="0">
              <a:off x="0" y="0"/>
              <a:ext cx="128243" cy="9358"/>
            </a:xfrm>
            <a:custGeom>
              <a:avLst/>
              <a:gdLst/>
              <a:ahLst/>
              <a:cxnLst/>
              <a:rect r="r" b="b" t="t" l="l"/>
              <a:pathLst>
                <a:path h="9358" w="128243">
                  <a:moveTo>
                    <a:pt x="0" y="0"/>
                  </a:moveTo>
                  <a:lnTo>
                    <a:pt x="128243" y="0"/>
                  </a:lnTo>
                  <a:lnTo>
                    <a:pt x="128243" y="9358"/>
                  </a:lnTo>
                  <a:lnTo>
                    <a:pt x="0" y="9358"/>
                  </a:lnTo>
                  <a:close/>
                </a:path>
              </a:pathLst>
            </a:custGeom>
            <a:solidFill>
              <a:srgbClr val="335ACF"/>
            </a:solidFill>
          </p:spPr>
        </p:sp>
        <p:sp>
          <p:nvSpPr>
            <p:cNvPr name="TextBox 7" id="7"/>
            <p:cNvSpPr txBox="true"/>
            <p:nvPr/>
          </p:nvSpPr>
          <p:spPr>
            <a:xfrm>
              <a:off x="0" y="-38100"/>
              <a:ext cx="128243" cy="47458"/>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false" flipV="false" rot="0">
            <a:off x="673429" y="486649"/>
            <a:ext cx="274427" cy="260019"/>
          </a:xfrm>
          <a:custGeom>
            <a:avLst/>
            <a:gdLst/>
            <a:ahLst/>
            <a:cxnLst/>
            <a:rect r="r" b="b" t="t" l="l"/>
            <a:pathLst>
              <a:path h="260019" w="274427">
                <a:moveTo>
                  <a:pt x="0" y="0"/>
                </a:moveTo>
                <a:lnTo>
                  <a:pt x="274427" y="0"/>
                </a:lnTo>
                <a:lnTo>
                  <a:pt x="274427" y="260020"/>
                </a:lnTo>
                <a:lnTo>
                  <a:pt x="0" y="26002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9" id="9"/>
          <p:cNvGrpSpPr/>
          <p:nvPr/>
        </p:nvGrpSpPr>
        <p:grpSpPr>
          <a:xfrm rot="0">
            <a:off x="-32651" y="5334000"/>
            <a:ext cx="18320651" cy="4953000"/>
            <a:chOff x="0" y="0"/>
            <a:chExt cx="4825192" cy="1304494"/>
          </a:xfrm>
        </p:grpSpPr>
        <p:sp>
          <p:nvSpPr>
            <p:cNvPr name="Freeform 10" id="10"/>
            <p:cNvSpPr/>
            <p:nvPr/>
          </p:nvSpPr>
          <p:spPr>
            <a:xfrm flipH="false" flipV="false" rot="0">
              <a:off x="0" y="0"/>
              <a:ext cx="4825192" cy="1304494"/>
            </a:xfrm>
            <a:custGeom>
              <a:avLst/>
              <a:gdLst/>
              <a:ahLst/>
              <a:cxnLst/>
              <a:rect r="r" b="b" t="t" l="l"/>
              <a:pathLst>
                <a:path h="1304494" w="4825192">
                  <a:moveTo>
                    <a:pt x="0" y="0"/>
                  </a:moveTo>
                  <a:lnTo>
                    <a:pt x="4825192" y="0"/>
                  </a:lnTo>
                  <a:lnTo>
                    <a:pt x="4825192" y="1304494"/>
                  </a:lnTo>
                  <a:lnTo>
                    <a:pt x="0" y="1304494"/>
                  </a:lnTo>
                  <a:close/>
                </a:path>
              </a:pathLst>
            </a:custGeom>
            <a:solidFill>
              <a:srgbClr val="335ACF"/>
            </a:solidFill>
          </p:spPr>
        </p:sp>
        <p:sp>
          <p:nvSpPr>
            <p:cNvPr name="TextBox 11" id="11"/>
            <p:cNvSpPr txBox="true"/>
            <p:nvPr/>
          </p:nvSpPr>
          <p:spPr>
            <a:xfrm>
              <a:off x="0" y="-38100"/>
              <a:ext cx="4825192" cy="1342594"/>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0">
            <a:off x="18177932" y="8597752"/>
            <a:ext cx="110068" cy="660548"/>
            <a:chOff x="0" y="0"/>
            <a:chExt cx="28989" cy="173972"/>
          </a:xfrm>
        </p:grpSpPr>
        <p:sp>
          <p:nvSpPr>
            <p:cNvPr name="Freeform 13" id="13"/>
            <p:cNvSpPr/>
            <p:nvPr/>
          </p:nvSpPr>
          <p:spPr>
            <a:xfrm flipH="false" flipV="false" rot="0">
              <a:off x="0" y="0"/>
              <a:ext cx="28989" cy="173972"/>
            </a:xfrm>
            <a:custGeom>
              <a:avLst/>
              <a:gdLst/>
              <a:ahLst/>
              <a:cxnLst/>
              <a:rect r="r" b="b" t="t" l="l"/>
              <a:pathLst>
                <a:path h="173972" w="28989">
                  <a:moveTo>
                    <a:pt x="0" y="0"/>
                  </a:moveTo>
                  <a:lnTo>
                    <a:pt x="28989" y="0"/>
                  </a:lnTo>
                  <a:lnTo>
                    <a:pt x="28989" y="173972"/>
                  </a:lnTo>
                  <a:lnTo>
                    <a:pt x="0" y="173972"/>
                  </a:lnTo>
                  <a:close/>
                </a:path>
              </a:pathLst>
            </a:custGeom>
            <a:solidFill>
              <a:srgbClr val="537BF1"/>
            </a:solidFill>
          </p:spPr>
        </p:sp>
        <p:sp>
          <p:nvSpPr>
            <p:cNvPr name="TextBox 14" id="14"/>
            <p:cNvSpPr txBox="true"/>
            <p:nvPr/>
          </p:nvSpPr>
          <p:spPr>
            <a:xfrm>
              <a:off x="0" y="-38100"/>
              <a:ext cx="28989" cy="212072"/>
            </a:xfrm>
            <a:prstGeom prst="rect">
              <a:avLst/>
            </a:prstGeom>
          </p:spPr>
          <p:txBody>
            <a:bodyPr anchor="ctr" rtlCol="false" tIns="50800" lIns="50800" bIns="50800" rIns="50800"/>
            <a:lstStyle/>
            <a:p>
              <a:pPr algn="ctr">
                <a:lnSpc>
                  <a:spcPts val="2659"/>
                </a:lnSpc>
              </a:pPr>
            </a:p>
          </p:txBody>
        </p:sp>
      </p:grpSp>
      <p:grpSp>
        <p:nvGrpSpPr>
          <p:cNvPr name="Group 15" id="15"/>
          <p:cNvGrpSpPr>
            <a:grpSpLocks noChangeAspect="true"/>
          </p:cNvGrpSpPr>
          <p:nvPr/>
        </p:nvGrpSpPr>
        <p:grpSpPr>
          <a:xfrm rot="0">
            <a:off x="1835457" y="3287447"/>
            <a:ext cx="2068613" cy="4093106"/>
            <a:chOff x="0" y="0"/>
            <a:chExt cx="2620010" cy="5184140"/>
          </a:xfrm>
        </p:grpSpPr>
        <p:sp>
          <p:nvSpPr>
            <p:cNvPr name="Freeform 16" id="16"/>
            <p:cNvSpPr/>
            <p:nvPr/>
          </p:nvSpPr>
          <p:spPr>
            <a:xfrm flipH="false" flipV="false" rot="0">
              <a:off x="53340" y="25400"/>
              <a:ext cx="2513330" cy="5132070"/>
            </a:xfrm>
            <a:custGeom>
              <a:avLst/>
              <a:gdLst/>
              <a:ahLst/>
              <a:cxnLst/>
              <a:rect r="r" b="b" t="t" l="l"/>
              <a:pathLst>
                <a:path h="5132070" w="251333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sp>
        <p:sp>
          <p:nvSpPr>
            <p:cNvPr name="Freeform 17" id="17"/>
            <p:cNvSpPr/>
            <p:nvPr/>
          </p:nvSpPr>
          <p:spPr>
            <a:xfrm flipH="false" flipV="false" rot="0">
              <a:off x="185420" y="156210"/>
              <a:ext cx="2250453" cy="4876800"/>
            </a:xfrm>
            <a:custGeom>
              <a:avLst/>
              <a:gdLst/>
              <a:ahLst/>
              <a:cxnLst/>
              <a:rect r="r" b="b" t="t" l="l"/>
              <a:pathLst>
                <a:path h="4876800" w="2250453">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a:blip r:embed="rId4"/>
              <a:stretch>
                <a:fillRect l="-58351" t="0" r="-58351" b="0"/>
              </a:stretch>
            </a:blipFill>
          </p:spPr>
        </p:sp>
        <p:sp>
          <p:nvSpPr>
            <p:cNvPr name="Freeform 18" id="18"/>
            <p:cNvSpPr/>
            <p:nvPr/>
          </p:nvSpPr>
          <p:spPr>
            <a:xfrm flipH="false" flipV="false" rot="0">
              <a:off x="1121410" y="198120"/>
              <a:ext cx="347980" cy="43180"/>
            </a:xfrm>
            <a:custGeom>
              <a:avLst/>
              <a:gdLst/>
              <a:ahLst/>
              <a:cxnLst/>
              <a:rect r="r" b="b" t="t" l="l"/>
              <a:pathLst>
                <a:path h="43180" w="3479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606060"/>
            </a:solidFill>
          </p:spPr>
        </p:sp>
        <p:sp>
          <p:nvSpPr>
            <p:cNvPr name="Freeform 19" id="19"/>
            <p:cNvSpPr/>
            <p:nvPr/>
          </p:nvSpPr>
          <p:spPr>
            <a:xfrm flipH="false" flipV="false" rot="0">
              <a:off x="1579738" y="187960"/>
              <a:ext cx="63785" cy="63501"/>
            </a:xfrm>
            <a:custGeom>
              <a:avLst/>
              <a:gdLst/>
              <a:ahLst/>
              <a:cxnLst/>
              <a:rect r="r" b="b" t="t" l="l"/>
              <a:pathLst>
                <a:path h="63501" w="63785">
                  <a:moveTo>
                    <a:pt x="31892" y="0"/>
                  </a:moveTo>
                  <a:cubicBezTo>
                    <a:pt x="20515" y="-51"/>
                    <a:pt x="9980" y="5989"/>
                    <a:pt x="4277" y="15834"/>
                  </a:cubicBezTo>
                  <a:cubicBezTo>
                    <a:pt x="-1426" y="25678"/>
                    <a:pt x="-1426" y="37822"/>
                    <a:pt x="4277" y="47666"/>
                  </a:cubicBezTo>
                  <a:cubicBezTo>
                    <a:pt x="9980" y="57511"/>
                    <a:pt x="20515" y="63551"/>
                    <a:pt x="31892" y="63500"/>
                  </a:cubicBezTo>
                  <a:cubicBezTo>
                    <a:pt x="43269" y="63551"/>
                    <a:pt x="53804" y="57511"/>
                    <a:pt x="59507" y="47666"/>
                  </a:cubicBezTo>
                  <a:cubicBezTo>
                    <a:pt x="65210" y="37822"/>
                    <a:pt x="65210" y="25678"/>
                    <a:pt x="59507" y="15834"/>
                  </a:cubicBezTo>
                  <a:cubicBezTo>
                    <a:pt x="53804" y="5989"/>
                    <a:pt x="43269" y="-51"/>
                    <a:pt x="31892" y="0"/>
                  </a:cubicBezTo>
                  <a:close/>
                </a:path>
              </a:pathLst>
            </a:custGeom>
            <a:solidFill>
              <a:srgbClr val="606060"/>
            </a:solidFill>
          </p:spPr>
        </p:sp>
        <p:sp>
          <p:nvSpPr>
            <p:cNvPr name="Freeform 20" id="20"/>
            <p:cNvSpPr/>
            <p:nvPr/>
          </p:nvSpPr>
          <p:spPr>
            <a:xfrm flipH="false" flipV="false" rot="0">
              <a:off x="0" y="685800"/>
              <a:ext cx="27940" cy="213360"/>
            </a:xfrm>
            <a:custGeom>
              <a:avLst/>
              <a:gdLst/>
              <a:ahLst/>
              <a:cxnLst/>
              <a:rect r="r" b="b" t="t" l="l"/>
              <a:pathLst>
                <a:path h="213360" w="2794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B8B8B8"/>
            </a:solidFill>
          </p:spPr>
        </p:sp>
        <p:sp>
          <p:nvSpPr>
            <p:cNvPr name="Freeform 21" id="21"/>
            <p:cNvSpPr/>
            <p:nvPr/>
          </p:nvSpPr>
          <p:spPr>
            <a:xfrm flipH="false" flipV="false" rot="0">
              <a:off x="0" y="1057910"/>
              <a:ext cx="27940" cy="384810"/>
            </a:xfrm>
            <a:custGeom>
              <a:avLst/>
              <a:gdLst/>
              <a:ahLst/>
              <a:cxnLst/>
              <a:rect r="r" b="b" t="t" l="l"/>
              <a:pathLst>
                <a:path h="384810" w="2794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B8B8B8"/>
            </a:solidFill>
          </p:spPr>
        </p:sp>
        <p:sp>
          <p:nvSpPr>
            <p:cNvPr name="Freeform 22" id="22"/>
            <p:cNvSpPr/>
            <p:nvPr/>
          </p:nvSpPr>
          <p:spPr>
            <a:xfrm flipH="false" flipV="false" rot="0">
              <a:off x="0" y="1526540"/>
              <a:ext cx="27940" cy="386080"/>
            </a:xfrm>
            <a:custGeom>
              <a:avLst/>
              <a:gdLst/>
              <a:ahLst/>
              <a:cxnLst/>
              <a:rect r="r" b="b" t="t" l="l"/>
              <a:pathLst>
                <a:path h="386080" w="2794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B8B8B8"/>
            </a:solidFill>
          </p:spPr>
        </p:sp>
        <p:sp>
          <p:nvSpPr>
            <p:cNvPr name="Freeform 23" id="23"/>
            <p:cNvSpPr/>
            <p:nvPr/>
          </p:nvSpPr>
          <p:spPr>
            <a:xfrm flipH="false" flipV="false" rot="0">
              <a:off x="2592070" y="1184910"/>
              <a:ext cx="27940" cy="618490"/>
            </a:xfrm>
            <a:custGeom>
              <a:avLst/>
              <a:gdLst/>
              <a:ahLst/>
              <a:cxnLst/>
              <a:rect r="r" b="b" t="t" l="l"/>
              <a:pathLst>
                <a:path h="618490" w="2794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B8B8B8"/>
            </a:solidFill>
          </p:spPr>
        </p:sp>
        <p:sp>
          <p:nvSpPr>
            <p:cNvPr name="Freeform 24" id="24"/>
            <p:cNvSpPr/>
            <p:nvPr/>
          </p:nvSpPr>
          <p:spPr>
            <a:xfrm flipH="false" flipV="false" rot="0">
              <a:off x="27940" y="0"/>
              <a:ext cx="2564130" cy="5182870"/>
            </a:xfrm>
            <a:custGeom>
              <a:avLst/>
              <a:gdLst/>
              <a:ahLst/>
              <a:cxnLst/>
              <a:rect r="r" b="b" t="t" l="l"/>
              <a:pathLst>
                <a:path h="5182870" w="256413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E9E9E9"/>
            </a:solidFill>
          </p:spPr>
        </p:sp>
      </p:grpSp>
      <p:sp>
        <p:nvSpPr>
          <p:cNvPr name="TextBox 25" id="25"/>
          <p:cNvSpPr txBox="true"/>
          <p:nvPr/>
        </p:nvSpPr>
        <p:spPr>
          <a:xfrm rot="0">
            <a:off x="1039108" y="517674"/>
            <a:ext cx="1547756"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Studio Shodwe</a:t>
            </a:r>
          </a:p>
        </p:txBody>
      </p:sp>
      <p:sp>
        <p:nvSpPr>
          <p:cNvPr name="TextBox 26" id="26"/>
          <p:cNvSpPr txBox="true"/>
          <p:nvPr/>
        </p:nvSpPr>
        <p:spPr>
          <a:xfrm rot="0">
            <a:off x="15940842" y="517674"/>
            <a:ext cx="978460"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Contact</a:t>
            </a:r>
          </a:p>
        </p:txBody>
      </p:sp>
      <p:sp>
        <p:nvSpPr>
          <p:cNvPr name="TextBox 27" id="27"/>
          <p:cNvSpPr txBox="true"/>
          <p:nvPr/>
        </p:nvSpPr>
        <p:spPr>
          <a:xfrm rot="0">
            <a:off x="14385046" y="517674"/>
            <a:ext cx="1060497"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About Us</a:t>
            </a:r>
          </a:p>
        </p:txBody>
      </p:sp>
      <p:sp>
        <p:nvSpPr>
          <p:cNvPr name="TextBox 28" id="28"/>
          <p:cNvSpPr txBox="true"/>
          <p:nvPr/>
        </p:nvSpPr>
        <p:spPr>
          <a:xfrm rot="0">
            <a:off x="13154289" y="517674"/>
            <a:ext cx="735456"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Photo</a:t>
            </a:r>
          </a:p>
        </p:txBody>
      </p:sp>
      <p:sp>
        <p:nvSpPr>
          <p:cNvPr name="TextBox 29" id="29"/>
          <p:cNvSpPr txBox="true"/>
          <p:nvPr/>
        </p:nvSpPr>
        <p:spPr>
          <a:xfrm rot="0">
            <a:off x="11898530" y="517674"/>
            <a:ext cx="809760"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Home</a:t>
            </a:r>
          </a:p>
        </p:txBody>
      </p:sp>
      <p:grpSp>
        <p:nvGrpSpPr>
          <p:cNvPr name="Group 30" id="30"/>
          <p:cNvGrpSpPr>
            <a:grpSpLocks noChangeAspect="true"/>
          </p:cNvGrpSpPr>
          <p:nvPr/>
        </p:nvGrpSpPr>
        <p:grpSpPr>
          <a:xfrm rot="0">
            <a:off x="4345151" y="3287447"/>
            <a:ext cx="2068613" cy="4093106"/>
            <a:chOff x="0" y="0"/>
            <a:chExt cx="2620010" cy="5184140"/>
          </a:xfrm>
        </p:grpSpPr>
        <p:sp>
          <p:nvSpPr>
            <p:cNvPr name="Freeform 31" id="31"/>
            <p:cNvSpPr/>
            <p:nvPr/>
          </p:nvSpPr>
          <p:spPr>
            <a:xfrm flipH="false" flipV="false" rot="0">
              <a:off x="53340" y="25400"/>
              <a:ext cx="2513330" cy="5132070"/>
            </a:xfrm>
            <a:custGeom>
              <a:avLst/>
              <a:gdLst/>
              <a:ahLst/>
              <a:cxnLst/>
              <a:rect r="r" b="b" t="t" l="l"/>
              <a:pathLst>
                <a:path h="5132070" w="251333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sp>
        <p:sp>
          <p:nvSpPr>
            <p:cNvPr name="Freeform 32" id="32"/>
            <p:cNvSpPr/>
            <p:nvPr/>
          </p:nvSpPr>
          <p:spPr>
            <a:xfrm flipH="false" flipV="false" rot="0">
              <a:off x="185420" y="156210"/>
              <a:ext cx="2250453" cy="4876800"/>
            </a:xfrm>
            <a:custGeom>
              <a:avLst/>
              <a:gdLst/>
              <a:ahLst/>
              <a:cxnLst/>
              <a:rect r="r" b="b" t="t" l="l"/>
              <a:pathLst>
                <a:path h="4876800" w="2250453">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a:blip r:embed="rId4"/>
              <a:stretch>
                <a:fillRect l="-58351" t="0" r="-58351" b="0"/>
              </a:stretch>
            </a:blipFill>
          </p:spPr>
        </p:sp>
        <p:sp>
          <p:nvSpPr>
            <p:cNvPr name="Freeform 33" id="33"/>
            <p:cNvSpPr/>
            <p:nvPr/>
          </p:nvSpPr>
          <p:spPr>
            <a:xfrm flipH="false" flipV="false" rot="0">
              <a:off x="1121410" y="198120"/>
              <a:ext cx="347980" cy="43180"/>
            </a:xfrm>
            <a:custGeom>
              <a:avLst/>
              <a:gdLst/>
              <a:ahLst/>
              <a:cxnLst/>
              <a:rect r="r" b="b" t="t" l="l"/>
              <a:pathLst>
                <a:path h="43180" w="3479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606060"/>
            </a:solidFill>
          </p:spPr>
        </p:sp>
        <p:sp>
          <p:nvSpPr>
            <p:cNvPr name="Freeform 34" id="34"/>
            <p:cNvSpPr/>
            <p:nvPr/>
          </p:nvSpPr>
          <p:spPr>
            <a:xfrm flipH="false" flipV="false" rot="0">
              <a:off x="1579738" y="187960"/>
              <a:ext cx="63785" cy="63501"/>
            </a:xfrm>
            <a:custGeom>
              <a:avLst/>
              <a:gdLst/>
              <a:ahLst/>
              <a:cxnLst/>
              <a:rect r="r" b="b" t="t" l="l"/>
              <a:pathLst>
                <a:path h="63501" w="63785">
                  <a:moveTo>
                    <a:pt x="31892" y="0"/>
                  </a:moveTo>
                  <a:cubicBezTo>
                    <a:pt x="20515" y="-51"/>
                    <a:pt x="9980" y="5989"/>
                    <a:pt x="4277" y="15834"/>
                  </a:cubicBezTo>
                  <a:cubicBezTo>
                    <a:pt x="-1426" y="25678"/>
                    <a:pt x="-1426" y="37822"/>
                    <a:pt x="4277" y="47666"/>
                  </a:cubicBezTo>
                  <a:cubicBezTo>
                    <a:pt x="9980" y="57511"/>
                    <a:pt x="20515" y="63551"/>
                    <a:pt x="31892" y="63500"/>
                  </a:cubicBezTo>
                  <a:cubicBezTo>
                    <a:pt x="43269" y="63551"/>
                    <a:pt x="53804" y="57511"/>
                    <a:pt x="59507" y="47666"/>
                  </a:cubicBezTo>
                  <a:cubicBezTo>
                    <a:pt x="65210" y="37822"/>
                    <a:pt x="65210" y="25678"/>
                    <a:pt x="59507" y="15834"/>
                  </a:cubicBezTo>
                  <a:cubicBezTo>
                    <a:pt x="53804" y="5989"/>
                    <a:pt x="43269" y="-51"/>
                    <a:pt x="31892" y="0"/>
                  </a:cubicBezTo>
                  <a:close/>
                </a:path>
              </a:pathLst>
            </a:custGeom>
            <a:solidFill>
              <a:srgbClr val="606060"/>
            </a:solidFill>
          </p:spPr>
        </p:sp>
        <p:sp>
          <p:nvSpPr>
            <p:cNvPr name="Freeform 35" id="35"/>
            <p:cNvSpPr/>
            <p:nvPr/>
          </p:nvSpPr>
          <p:spPr>
            <a:xfrm flipH="false" flipV="false" rot="0">
              <a:off x="0" y="685800"/>
              <a:ext cx="27940" cy="213360"/>
            </a:xfrm>
            <a:custGeom>
              <a:avLst/>
              <a:gdLst/>
              <a:ahLst/>
              <a:cxnLst/>
              <a:rect r="r" b="b" t="t" l="l"/>
              <a:pathLst>
                <a:path h="213360" w="2794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B8B8B8"/>
            </a:solidFill>
          </p:spPr>
        </p:sp>
        <p:sp>
          <p:nvSpPr>
            <p:cNvPr name="Freeform 36" id="36"/>
            <p:cNvSpPr/>
            <p:nvPr/>
          </p:nvSpPr>
          <p:spPr>
            <a:xfrm flipH="false" flipV="false" rot="0">
              <a:off x="0" y="1057910"/>
              <a:ext cx="27940" cy="384810"/>
            </a:xfrm>
            <a:custGeom>
              <a:avLst/>
              <a:gdLst/>
              <a:ahLst/>
              <a:cxnLst/>
              <a:rect r="r" b="b" t="t" l="l"/>
              <a:pathLst>
                <a:path h="384810" w="2794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B8B8B8"/>
            </a:solidFill>
          </p:spPr>
        </p:sp>
        <p:sp>
          <p:nvSpPr>
            <p:cNvPr name="Freeform 37" id="37"/>
            <p:cNvSpPr/>
            <p:nvPr/>
          </p:nvSpPr>
          <p:spPr>
            <a:xfrm flipH="false" flipV="false" rot="0">
              <a:off x="0" y="1526540"/>
              <a:ext cx="27940" cy="386080"/>
            </a:xfrm>
            <a:custGeom>
              <a:avLst/>
              <a:gdLst/>
              <a:ahLst/>
              <a:cxnLst/>
              <a:rect r="r" b="b" t="t" l="l"/>
              <a:pathLst>
                <a:path h="386080" w="2794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B8B8B8"/>
            </a:solidFill>
          </p:spPr>
        </p:sp>
        <p:sp>
          <p:nvSpPr>
            <p:cNvPr name="Freeform 38" id="38"/>
            <p:cNvSpPr/>
            <p:nvPr/>
          </p:nvSpPr>
          <p:spPr>
            <a:xfrm flipH="false" flipV="false" rot="0">
              <a:off x="2592070" y="1184910"/>
              <a:ext cx="27940" cy="618490"/>
            </a:xfrm>
            <a:custGeom>
              <a:avLst/>
              <a:gdLst/>
              <a:ahLst/>
              <a:cxnLst/>
              <a:rect r="r" b="b" t="t" l="l"/>
              <a:pathLst>
                <a:path h="618490" w="2794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B8B8B8"/>
            </a:solidFill>
          </p:spPr>
        </p:sp>
        <p:sp>
          <p:nvSpPr>
            <p:cNvPr name="Freeform 39" id="39"/>
            <p:cNvSpPr/>
            <p:nvPr/>
          </p:nvSpPr>
          <p:spPr>
            <a:xfrm flipH="false" flipV="false" rot="0">
              <a:off x="27940" y="0"/>
              <a:ext cx="2564130" cy="5182870"/>
            </a:xfrm>
            <a:custGeom>
              <a:avLst/>
              <a:gdLst/>
              <a:ahLst/>
              <a:cxnLst/>
              <a:rect r="r" b="b" t="t" l="l"/>
              <a:pathLst>
                <a:path h="5182870" w="256413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E9E9E9"/>
            </a:solidFill>
          </p:spPr>
        </p:sp>
      </p:grpSp>
      <p:grpSp>
        <p:nvGrpSpPr>
          <p:cNvPr name="Group 40" id="40"/>
          <p:cNvGrpSpPr>
            <a:grpSpLocks noChangeAspect="true"/>
          </p:cNvGrpSpPr>
          <p:nvPr/>
        </p:nvGrpSpPr>
        <p:grpSpPr>
          <a:xfrm rot="0">
            <a:off x="6854846" y="3287447"/>
            <a:ext cx="2068613" cy="4093106"/>
            <a:chOff x="0" y="0"/>
            <a:chExt cx="2620010" cy="5184140"/>
          </a:xfrm>
        </p:grpSpPr>
        <p:sp>
          <p:nvSpPr>
            <p:cNvPr name="Freeform 41" id="41"/>
            <p:cNvSpPr/>
            <p:nvPr/>
          </p:nvSpPr>
          <p:spPr>
            <a:xfrm flipH="false" flipV="false" rot="0">
              <a:off x="53340" y="25400"/>
              <a:ext cx="2513330" cy="5132070"/>
            </a:xfrm>
            <a:custGeom>
              <a:avLst/>
              <a:gdLst/>
              <a:ahLst/>
              <a:cxnLst/>
              <a:rect r="r" b="b" t="t" l="l"/>
              <a:pathLst>
                <a:path h="5132070" w="251333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sp>
        <p:sp>
          <p:nvSpPr>
            <p:cNvPr name="Freeform 42" id="42"/>
            <p:cNvSpPr/>
            <p:nvPr/>
          </p:nvSpPr>
          <p:spPr>
            <a:xfrm flipH="false" flipV="false" rot="0">
              <a:off x="185420" y="156210"/>
              <a:ext cx="2250453" cy="4876800"/>
            </a:xfrm>
            <a:custGeom>
              <a:avLst/>
              <a:gdLst/>
              <a:ahLst/>
              <a:cxnLst/>
              <a:rect r="r" b="b" t="t" l="l"/>
              <a:pathLst>
                <a:path h="4876800" w="2250453">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a:blip r:embed="rId4"/>
              <a:stretch>
                <a:fillRect l="-58351" t="0" r="-58351" b="0"/>
              </a:stretch>
            </a:blipFill>
          </p:spPr>
        </p:sp>
        <p:sp>
          <p:nvSpPr>
            <p:cNvPr name="Freeform 43" id="43"/>
            <p:cNvSpPr/>
            <p:nvPr/>
          </p:nvSpPr>
          <p:spPr>
            <a:xfrm flipH="false" flipV="false" rot="0">
              <a:off x="1121410" y="198120"/>
              <a:ext cx="347980" cy="43180"/>
            </a:xfrm>
            <a:custGeom>
              <a:avLst/>
              <a:gdLst/>
              <a:ahLst/>
              <a:cxnLst/>
              <a:rect r="r" b="b" t="t" l="l"/>
              <a:pathLst>
                <a:path h="43180" w="3479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606060"/>
            </a:solidFill>
          </p:spPr>
        </p:sp>
        <p:sp>
          <p:nvSpPr>
            <p:cNvPr name="Freeform 44" id="44"/>
            <p:cNvSpPr/>
            <p:nvPr/>
          </p:nvSpPr>
          <p:spPr>
            <a:xfrm flipH="false" flipV="false" rot="0">
              <a:off x="1579738" y="187960"/>
              <a:ext cx="63785" cy="63501"/>
            </a:xfrm>
            <a:custGeom>
              <a:avLst/>
              <a:gdLst/>
              <a:ahLst/>
              <a:cxnLst/>
              <a:rect r="r" b="b" t="t" l="l"/>
              <a:pathLst>
                <a:path h="63501" w="63785">
                  <a:moveTo>
                    <a:pt x="31892" y="0"/>
                  </a:moveTo>
                  <a:cubicBezTo>
                    <a:pt x="20515" y="-51"/>
                    <a:pt x="9980" y="5989"/>
                    <a:pt x="4277" y="15834"/>
                  </a:cubicBezTo>
                  <a:cubicBezTo>
                    <a:pt x="-1426" y="25678"/>
                    <a:pt x="-1426" y="37822"/>
                    <a:pt x="4277" y="47666"/>
                  </a:cubicBezTo>
                  <a:cubicBezTo>
                    <a:pt x="9980" y="57511"/>
                    <a:pt x="20515" y="63551"/>
                    <a:pt x="31892" y="63500"/>
                  </a:cubicBezTo>
                  <a:cubicBezTo>
                    <a:pt x="43269" y="63551"/>
                    <a:pt x="53804" y="57511"/>
                    <a:pt x="59507" y="47666"/>
                  </a:cubicBezTo>
                  <a:cubicBezTo>
                    <a:pt x="65210" y="37822"/>
                    <a:pt x="65210" y="25678"/>
                    <a:pt x="59507" y="15834"/>
                  </a:cubicBezTo>
                  <a:cubicBezTo>
                    <a:pt x="53804" y="5989"/>
                    <a:pt x="43269" y="-51"/>
                    <a:pt x="31892" y="0"/>
                  </a:cubicBezTo>
                  <a:close/>
                </a:path>
              </a:pathLst>
            </a:custGeom>
            <a:solidFill>
              <a:srgbClr val="606060"/>
            </a:solidFill>
          </p:spPr>
        </p:sp>
        <p:sp>
          <p:nvSpPr>
            <p:cNvPr name="Freeform 45" id="45"/>
            <p:cNvSpPr/>
            <p:nvPr/>
          </p:nvSpPr>
          <p:spPr>
            <a:xfrm flipH="false" flipV="false" rot="0">
              <a:off x="0" y="685800"/>
              <a:ext cx="27940" cy="213360"/>
            </a:xfrm>
            <a:custGeom>
              <a:avLst/>
              <a:gdLst/>
              <a:ahLst/>
              <a:cxnLst/>
              <a:rect r="r" b="b" t="t" l="l"/>
              <a:pathLst>
                <a:path h="213360" w="2794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B8B8B8"/>
            </a:solidFill>
          </p:spPr>
        </p:sp>
        <p:sp>
          <p:nvSpPr>
            <p:cNvPr name="Freeform 46" id="46"/>
            <p:cNvSpPr/>
            <p:nvPr/>
          </p:nvSpPr>
          <p:spPr>
            <a:xfrm flipH="false" flipV="false" rot="0">
              <a:off x="0" y="1057910"/>
              <a:ext cx="27940" cy="384810"/>
            </a:xfrm>
            <a:custGeom>
              <a:avLst/>
              <a:gdLst/>
              <a:ahLst/>
              <a:cxnLst/>
              <a:rect r="r" b="b" t="t" l="l"/>
              <a:pathLst>
                <a:path h="384810" w="2794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B8B8B8"/>
            </a:solidFill>
          </p:spPr>
        </p:sp>
        <p:sp>
          <p:nvSpPr>
            <p:cNvPr name="Freeform 47" id="47"/>
            <p:cNvSpPr/>
            <p:nvPr/>
          </p:nvSpPr>
          <p:spPr>
            <a:xfrm flipH="false" flipV="false" rot="0">
              <a:off x="0" y="1526540"/>
              <a:ext cx="27940" cy="386080"/>
            </a:xfrm>
            <a:custGeom>
              <a:avLst/>
              <a:gdLst/>
              <a:ahLst/>
              <a:cxnLst/>
              <a:rect r="r" b="b" t="t" l="l"/>
              <a:pathLst>
                <a:path h="386080" w="2794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B8B8B8"/>
            </a:solidFill>
          </p:spPr>
        </p:sp>
        <p:sp>
          <p:nvSpPr>
            <p:cNvPr name="Freeform 48" id="48"/>
            <p:cNvSpPr/>
            <p:nvPr/>
          </p:nvSpPr>
          <p:spPr>
            <a:xfrm flipH="false" flipV="false" rot="0">
              <a:off x="2592070" y="1184910"/>
              <a:ext cx="27940" cy="618490"/>
            </a:xfrm>
            <a:custGeom>
              <a:avLst/>
              <a:gdLst/>
              <a:ahLst/>
              <a:cxnLst/>
              <a:rect r="r" b="b" t="t" l="l"/>
              <a:pathLst>
                <a:path h="618490" w="2794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B8B8B8"/>
            </a:solidFill>
          </p:spPr>
        </p:sp>
        <p:sp>
          <p:nvSpPr>
            <p:cNvPr name="Freeform 49" id="49"/>
            <p:cNvSpPr/>
            <p:nvPr/>
          </p:nvSpPr>
          <p:spPr>
            <a:xfrm flipH="false" flipV="false" rot="0">
              <a:off x="27940" y="0"/>
              <a:ext cx="2564130" cy="5182870"/>
            </a:xfrm>
            <a:custGeom>
              <a:avLst/>
              <a:gdLst/>
              <a:ahLst/>
              <a:cxnLst/>
              <a:rect r="r" b="b" t="t" l="l"/>
              <a:pathLst>
                <a:path h="5182870" w="256413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E9E9E9"/>
            </a:solidFill>
          </p:spPr>
        </p:sp>
      </p:grpSp>
      <p:grpSp>
        <p:nvGrpSpPr>
          <p:cNvPr name="Group 50" id="50"/>
          <p:cNvGrpSpPr>
            <a:grpSpLocks noChangeAspect="true"/>
          </p:cNvGrpSpPr>
          <p:nvPr/>
        </p:nvGrpSpPr>
        <p:grpSpPr>
          <a:xfrm rot="0">
            <a:off x="9364541" y="3287447"/>
            <a:ext cx="2068613" cy="4093106"/>
            <a:chOff x="0" y="0"/>
            <a:chExt cx="2620010" cy="5184140"/>
          </a:xfrm>
        </p:grpSpPr>
        <p:sp>
          <p:nvSpPr>
            <p:cNvPr name="Freeform 51" id="51"/>
            <p:cNvSpPr/>
            <p:nvPr/>
          </p:nvSpPr>
          <p:spPr>
            <a:xfrm flipH="false" flipV="false" rot="0">
              <a:off x="53340" y="25400"/>
              <a:ext cx="2513330" cy="5132070"/>
            </a:xfrm>
            <a:custGeom>
              <a:avLst/>
              <a:gdLst/>
              <a:ahLst/>
              <a:cxnLst/>
              <a:rect r="r" b="b" t="t" l="l"/>
              <a:pathLst>
                <a:path h="5132070" w="251333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sp>
        <p:sp>
          <p:nvSpPr>
            <p:cNvPr name="Freeform 52" id="52"/>
            <p:cNvSpPr/>
            <p:nvPr/>
          </p:nvSpPr>
          <p:spPr>
            <a:xfrm flipH="false" flipV="false" rot="0">
              <a:off x="185420" y="156210"/>
              <a:ext cx="2250453" cy="4876800"/>
            </a:xfrm>
            <a:custGeom>
              <a:avLst/>
              <a:gdLst/>
              <a:ahLst/>
              <a:cxnLst/>
              <a:rect r="r" b="b" t="t" l="l"/>
              <a:pathLst>
                <a:path h="4876800" w="2250453">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a:blip r:embed="rId4"/>
              <a:stretch>
                <a:fillRect l="-58351" t="0" r="-58351" b="0"/>
              </a:stretch>
            </a:blipFill>
          </p:spPr>
        </p:sp>
        <p:sp>
          <p:nvSpPr>
            <p:cNvPr name="Freeform 53" id="53"/>
            <p:cNvSpPr/>
            <p:nvPr/>
          </p:nvSpPr>
          <p:spPr>
            <a:xfrm flipH="false" flipV="false" rot="0">
              <a:off x="1121410" y="198120"/>
              <a:ext cx="347980" cy="43180"/>
            </a:xfrm>
            <a:custGeom>
              <a:avLst/>
              <a:gdLst/>
              <a:ahLst/>
              <a:cxnLst/>
              <a:rect r="r" b="b" t="t" l="l"/>
              <a:pathLst>
                <a:path h="43180" w="3479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606060"/>
            </a:solidFill>
          </p:spPr>
        </p:sp>
        <p:sp>
          <p:nvSpPr>
            <p:cNvPr name="Freeform 54" id="54"/>
            <p:cNvSpPr/>
            <p:nvPr/>
          </p:nvSpPr>
          <p:spPr>
            <a:xfrm flipH="false" flipV="false" rot="0">
              <a:off x="1579738" y="187960"/>
              <a:ext cx="63785" cy="63501"/>
            </a:xfrm>
            <a:custGeom>
              <a:avLst/>
              <a:gdLst/>
              <a:ahLst/>
              <a:cxnLst/>
              <a:rect r="r" b="b" t="t" l="l"/>
              <a:pathLst>
                <a:path h="63501" w="63785">
                  <a:moveTo>
                    <a:pt x="31892" y="0"/>
                  </a:moveTo>
                  <a:cubicBezTo>
                    <a:pt x="20515" y="-51"/>
                    <a:pt x="9980" y="5989"/>
                    <a:pt x="4277" y="15834"/>
                  </a:cubicBezTo>
                  <a:cubicBezTo>
                    <a:pt x="-1426" y="25678"/>
                    <a:pt x="-1426" y="37822"/>
                    <a:pt x="4277" y="47666"/>
                  </a:cubicBezTo>
                  <a:cubicBezTo>
                    <a:pt x="9980" y="57511"/>
                    <a:pt x="20515" y="63551"/>
                    <a:pt x="31892" y="63500"/>
                  </a:cubicBezTo>
                  <a:cubicBezTo>
                    <a:pt x="43269" y="63551"/>
                    <a:pt x="53804" y="57511"/>
                    <a:pt x="59507" y="47666"/>
                  </a:cubicBezTo>
                  <a:cubicBezTo>
                    <a:pt x="65210" y="37822"/>
                    <a:pt x="65210" y="25678"/>
                    <a:pt x="59507" y="15834"/>
                  </a:cubicBezTo>
                  <a:cubicBezTo>
                    <a:pt x="53804" y="5989"/>
                    <a:pt x="43269" y="-51"/>
                    <a:pt x="31892" y="0"/>
                  </a:cubicBezTo>
                  <a:close/>
                </a:path>
              </a:pathLst>
            </a:custGeom>
            <a:solidFill>
              <a:srgbClr val="606060"/>
            </a:solidFill>
          </p:spPr>
        </p:sp>
        <p:sp>
          <p:nvSpPr>
            <p:cNvPr name="Freeform 55" id="55"/>
            <p:cNvSpPr/>
            <p:nvPr/>
          </p:nvSpPr>
          <p:spPr>
            <a:xfrm flipH="false" flipV="false" rot="0">
              <a:off x="0" y="685800"/>
              <a:ext cx="27940" cy="213360"/>
            </a:xfrm>
            <a:custGeom>
              <a:avLst/>
              <a:gdLst/>
              <a:ahLst/>
              <a:cxnLst/>
              <a:rect r="r" b="b" t="t" l="l"/>
              <a:pathLst>
                <a:path h="213360" w="2794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B8B8B8"/>
            </a:solidFill>
          </p:spPr>
        </p:sp>
        <p:sp>
          <p:nvSpPr>
            <p:cNvPr name="Freeform 56" id="56"/>
            <p:cNvSpPr/>
            <p:nvPr/>
          </p:nvSpPr>
          <p:spPr>
            <a:xfrm flipH="false" flipV="false" rot="0">
              <a:off x="0" y="1057910"/>
              <a:ext cx="27940" cy="384810"/>
            </a:xfrm>
            <a:custGeom>
              <a:avLst/>
              <a:gdLst/>
              <a:ahLst/>
              <a:cxnLst/>
              <a:rect r="r" b="b" t="t" l="l"/>
              <a:pathLst>
                <a:path h="384810" w="2794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B8B8B8"/>
            </a:solidFill>
          </p:spPr>
        </p:sp>
        <p:sp>
          <p:nvSpPr>
            <p:cNvPr name="Freeform 57" id="57"/>
            <p:cNvSpPr/>
            <p:nvPr/>
          </p:nvSpPr>
          <p:spPr>
            <a:xfrm flipH="false" flipV="false" rot="0">
              <a:off x="0" y="1526540"/>
              <a:ext cx="27940" cy="386080"/>
            </a:xfrm>
            <a:custGeom>
              <a:avLst/>
              <a:gdLst/>
              <a:ahLst/>
              <a:cxnLst/>
              <a:rect r="r" b="b" t="t" l="l"/>
              <a:pathLst>
                <a:path h="386080" w="2794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B8B8B8"/>
            </a:solidFill>
          </p:spPr>
        </p:sp>
        <p:sp>
          <p:nvSpPr>
            <p:cNvPr name="Freeform 58" id="58"/>
            <p:cNvSpPr/>
            <p:nvPr/>
          </p:nvSpPr>
          <p:spPr>
            <a:xfrm flipH="false" flipV="false" rot="0">
              <a:off x="2592070" y="1184910"/>
              <a:ext cx="27940" cy="618490"/>
            </a:xfrm>
            <a:custGeom>
              <a:avLst/>
              <a:gdLst/>
              <a:ahLst/>
              <a:cxnLst/>
              <a:rect r="r" b="b" t="t" l="l"/>
              <a:pathLst>
                <a:path h="618490" w="2794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B8B8B8"/>
            </a:solidFill>
          </p:spPr>
        </p:sp>
        <p:sp>
          <p:nvSpPr>
            <p:cNvPr name="Freeform 59" id="59"/>
            <p:cNvSpPr/>
            <p:nvPr/>
          </p:nvSpPr>
          <p:spPr>
            <a:xfrm flipH="false" flipV="false" rot="0">
              <a:off x="27940" y="0"/>
              <a:ext cx="2564130" cy="5182870"/>
            </a:xfrm>
            <a:custGeom>
              <a:avLst/>
              <a:gdLst/>
              <a:ahLst/>
              <a:cxnLst/>
              <a:rect r="r" b="b" t="t" l="l"/>
              <a:pathLst>
                <a:path h="5182870" w="256413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E9E9E9"/>
            </a:solidFill>
          </p:spPr>
        </p:sp>
      </p:grpSp>
      <p:grpSp>
        <p:nvGrpSpPr>
          <p:cNvPr name="Group 60" id="60"/>
          <p:cNvGrpSpPr>
            <a:grpSpLocks noChangeAspect="true"/>
          </p:cNvGrpSpPr>
          <p:nvPr/>
        </p:nvGrpSpPr>
        <p:grpSpPr>
          <a:xfrm rot="0">
            <a:off x="11874236" y="3287447"/>
            <a:ext cx="2068613" cy="4093106"/>
            <a:chOff x="0" y="0"/>
            <a:chExt cx="2620010" cy="5184140"/>
          </a:xfrm>
        </p:grpSpPr>
        <p:sp>
          <p:nvSpPr>
            <p:cNvPr name="Freeform 61" id="61"/>
            <p:cNvSpPr/>
            <p:nvPr/>
          </p:nvSpPr>
          <p:spPr>
            <a:xfrm flipH="false" flipV="false" rot="0">
              <a:off x="53340" y="25400"/>
              <a:ext cx="2513330" cy="5132070"/>
            </a:xfrm>
            <a:custGeom>
              <a:avLst/>
              <a:gdLst/>
              <a:ahLst/>
              <a:cxnLst/>
              <a:rect r="r" b="b" t="t" l="l"/>
              <a:pathLst>
                <a:path h="5132070" w="251333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sp>
        <p:sp>
          <p:nvSpPr>
            <p:cNvPr name="Freeform 62" id="62"/>
            <p:cNvSpPr/>
            <p:nvPr/>
          </p:nvSpPr>
          <p:spPr>
            <a:xfrm flipH="false" flipV="false" rot="0">
              <a:off x="185420" y="156210"/>
              <a:ext cx="2250453" cy="4876800"/>
            </a:xfrm>
            <a:custGeom>
              <a:avLst/>
              <a:gdLst/>
              <a:ahLst/>
              <a:cxnLst/>
              <a:rect r="r" b="b" t="t" l="l"/>
              <a:pathLst>
                <a:path h="4876800" w="2250453">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a:blip r:embed="rId4"/>
              <a:stretch>
                <a:fillRect l="-58351" t="0" r="-58351" b="0"/>
              </a:stretch>
            </a:blipFill>
          </p:spPr>
        </p:sp>
        <p:sp>
          <p:nvSpPr>
            <p:cNvPr name="Freeform 63" id="63"/>
            <p:cNvSpPr/>
            <p:nvPr/>
          </p:nvSpPr>
          <p:spPr>
            <a:xfrm flipH="false" flipV="false" rot="0">
              <a:off x="1121410" y="198120"/>
              <a:ext cx="347980" cy="43180"/>
            </a:xfrm>
            <a:custGeom>
              <a:avLst/>
              <a:gdLst/>
              <a:ahLst/>
              <a:cxnLst/>
              <a:rect r="r" b="b" t="t" l="l"/>
              <a:pathLst>
                <a:path h="43180" w="3479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606060"/>
            </a:solidFill>
          </p:spPr>
        </p:sp>
        <p:sp>
          <p:nvSpPr>
            <p:cNvPr name="Freeform 64" id="64"/>
            <p:cNvSpPr/>
            <p:nvPr/>
          </p:nvSpPr>
          <p:spPr>
            <a:xfrm flipH="false" flipV="false" rot="0">
              <a:off x="1579738" y="187960"/>
              <a:ext cx="63785" cy="63501"/>
            </a:xfrm>
            <a:custGeom>
              <a:avLst/>
              <a:gdLst/>
              <a:ahLst/>
              <a:cxnLst/>
              <a:rect r="r" b="b" t="t" l="l"/>
              <a:pathLst>
                <a:path h="63501" w="63785">
                  <a:moveTo>
                    <a:pt x="31892" y="0"/>
                  </a:moveTo>
                  <a:cubicBezTo>
                    <a:pt x="20515" y="-51"/>
                    <a:pt x="9980" y="5989"/>
                    <a:pt x="4277" y="15834"/>
                  </a:cubicBezTo>
                  <a:cubicBezTo>
                    <a:pt x="-1426" y="25678"/>
                    <a:pt x="-1426" y="37822"/>
                    <a:pt x="4277" y="47666"/>
                  </a:cubicBezTo>
                  <a:cubicBezTo>
                    <a:pt x="9980" y="57511"/>
                    <a:pt x="20515" y="63551"/>
                    <a:pt x="31892" y="63500"/>
                  </a:cubicBezTo>
                  <a:cubicBezTo>
                    <a:pt x="43269" y="63551"/>
                    <a:pt x="53804" y="57511"/>
                    <a:pt x="59507" y="47666"/>
                  </a:cubicBezTo>
                  <a:cubicBezTo>
                    <a:pt x="65210" y="37822"/>
                    <a:pt x="65210" y="25678"/>
                    <a:pt x="59507" y="15834"/>
                  </a:cubicBezTo>
                  <a:cubicBezTo>
                    <a:pt x="53804" y="5989"/>
                    <a:pt x="43269" y="-51"/>
                    <a:pt x="31892" y="0"/>
                  </a:cubicBezTo>
                  <a:close/>
                </a:path>
              </a:pathLst>
            </a:custGeom>
            <a:solidFill>
              <a:srgbClr val="606060"/>
            </a:solidFill>
          </p:spPr>
        </p:sp>
        <p:sp>
          <p:nvSpPr>
            <p:cNvPr name="Freeform 65" id="65"/>
            <p:cNvSpPr/>
            <p:nvPr/>
          </p:nvSpPr>
          <p:spPr>
            <a:xfrm flipH="false" flipV="false" rot="0">
              <a:off x="0" y="685800"/>
              <a:ext cx="27940" cy="213360"/>
            </a:xfrm>
            <a:custGeom>
              <a:avLst/>
              <a:gdLst/>
              <a:ahLst/>
              <a:cxnLst/>
              <a:rect r="r" b="b" t="t" l="l"/>
              <a:pathLst>
                <a:path h="213360" w="2794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B8B8B8"/>
            </a:solidFill>
          </p:spPr>
        </p:sp>
        <p:sp>
          <p:nvSpPr>
            <p:cNvPr name="Freeform 66" id="66"/>
            <p:cNvSpPr/>
            <p:nvPr/>
          </p:nvSpPr>
          <p:spPr>
            <a:xfrm flipH="false" flipV="false" rot="0">
              <a:off x="0" y="1057910"/>
              <a:ext cx="27940" cy="384810"/>
            </a:xfrm>
            <a:custGeom>
              <a:avLst/>
              <a:gdLst/>
              <a:ahLst/>
              <a:cxnLst/>
              <a:rect r="r" b="b" t="t" l="l"/>
              <a:pathLst>
                <a:path h="384810" w="2794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B8B8B8"/>
            </a:solidFill>
          </p:spPr>
        </p:sp>
        <p:sp>
          <p:nvSpPr>
            <p:cNvPr name="Freeform 67" id="67"/>
            <p:cNvSpPr/>
            <p:nvPr/>
          </p:nvSpPr>
          <p:spPr>
            <a:xfrm flipH="false" flipV="false" rot="0">
              <a:off x="0" y="1526540"/>
              <a:ext cx="27940" cy="386080"/>
            </a:xfrm>
            <a:custGeom>
              <a:avLst/>
              <a:gdLst/>
              <a:ahLst/>
              <a:cxnLst/>
              <a:rect r="r" b="b" t="t" l="l"/>
              <a:pathLst>
                <a:path h="386080" w="2794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B8B8B8"/>
            </a:solidFill>
          </p:spPr>
        </p:sp>
        <p:sp>
          <p:nvSpPr>
            <p:cNvPr name="Freeform 68" id="68"/>
            <p:cNvSpPr/>
            <p:nvPr/>
          </p:nvSpPr>
          <p:spPr>
            <a:xfrm flipH="false" flipV="false" rot="0">
              <a:off x="2592070" y="1184910"/>
              <a:ext cx="27940" cy="618490"/>
            </a:xfrm>
            <a:custGeom>
              <a:avLst/>
              <a:gdLst/>
              <a:ahLst/>
              <a:cxnLst/>
              <a:rect r="r" b="b" t="t" l="l"/>
              <a:pathLst>
                <a:path h="618490" w="2794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B8B8B8"/>
            </a:solidFill>
          </p:spPr>
        </p:sp>
        <p:sp>
          <p:nvSpPr>
            <p:cNvPr name="Freeform 69" id="69"/>
            <p:cNvSpPr/>
            <p:nvPr/>
          </p:nvSpPr>
          <p:spPr>
            <a:xfrm flipH="false" flipV="false" rot="0">
              <a:off x="27940" y="0"/>
              <a:ext cx="2564130" cy="5182870"/>
            </a:xfrm>
            <a:custGeom>
              <a:avLst/>
              <a:gdLst/>
              <a:ahLst/>
              <a:cxnLst/>
              <a:rect r="r" b="b" t="t" l="l"/>
              <a:pathLst>
                <a:path h="5182870" w="256413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E9E9E9"/>
            </a:solidFill>
          </p:spPr>
        </p:sp>
      </p:grpSp>
      <p:grpSp>
        <p:nvGrpSpPr>
          <p:cNvPr name="Group 70" id="70"/>
          <p:cNvGrpSpPr>
            <a:grpSpLocks noChangeAspect="true"/>
          </p:cNvGrpSpPr>
          <p:nvPr/>
        </p:nvGrpSpPr>
        <p:grpSpPr>
          <a:xfrm rot="0">
            <a:off x="14383930" y="3287447"/>
            <a:ext cx="2068613" cy="4093106"/>
            <a:chOff x="0" y="0"/>
            <a:chExt cx="2620010" cy="5184140"/>
          </a:xfrm>
        </p:grpSpPr>
        <p:sp>
          <p:nvSpPr>
            <p:cNvPr name="Freeform 71" id="71"/>
            <p:cNvSpPr/>
            <p:nvPr/>
          </p:nvSpPr>
          <p:spPr>
            <a:xfrm flipH="false" flipV="false" rot="0">
              <a:off x="53340" y="25400"/>
              <a:ext cx="2513330" cy="5132070"/>
            </a:xfrm>
            <a:custGeom>
              <a:avLst/>
              <a:gdLst/>
              <a:ahLst/>
              <a:cxnLst/>
              <a:rect r="r" b="b" t="t" l="l"/>
              <a:pathLst>
                <a:path h="5132070" w="251333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sp>
        <p:sp>
          <p:nvSpPr>
            <p:cNvPr name="Freeform 72" id="72"/>
            <p:cNvSpPr/>
            <p:nvPr/>
          </p:nvSpPr>
          <p:spPr>
            <a:xfrm flipH="false" flipV="false" rot="0">
              <a:off x="185420" y="156210"/>
              <a:ext cx="2250453" cy="4876800"/>
            </a:xfrm>
            <a:custGeom>
              <a:avLst/>
              <a:gdLst/>
              <a:ahLst/>
              <a:cxnLst/>
              <a:rect r="r" b="b" t="t" l="l"/>
              <a:pathLst>
                <a:path h="4876800" w="2250453">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a:blip r:embed="rId4"/>
              <a:stretch>
                <a:fillRect l="-58351" t="0" r="-58351" b="0"/>
              </a:stretch>
            </a:blipFill>
          </p:spPr>
        </p:sp>
        <p:sp>
          <p:nvSpPr>
            <p:cNvPr name="Freeform 73" id="73"/>
            <p:cNvSpPr/>
            <p:nvPr/>
          </p:nvSpPr>
          <p:spPr>
            <a:xfrm flipH="false" flipV="false" rot="0">
              <a:off x="1121410" y="198120"/>
              <a:ext cx="347980" cy="43180"/>
            </a:xfrm>
            <a:custGeom>
              <a:avLst/>
              <a:gdLst/>
              <a:ahLst/>
              <a:cxnLst/>
              <a:rect r="r" b="b" t="t" l="l"/>
              <a:pathLst>
                <a:path h="43180" w="3479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606060"/>
            </a:solidFill>
          </p:spPr>
        </p:sp>
        <p:sp>
          <p:nvSpPr>
            <p:cNvPr name="Freeform 74" id="74"/>
            <p:cNvSpPr/>
            <p:nvPr/>
          </p:nvSpPr>
          <p:spPr>
            <a:xfrm flipH="false" flipV="false" rot="0">
              <a:off x="1579738" y="187960"/>
              <a:ext cx="63785" cy="63501"/>
            </a:xfrm>
            <a:custGeom>
              <a:avLst/>
              <a:gdLst/>
              <a:ahLst/>
              <a:cxnLst/>
              <a:rect r="r" b="b" t="t" l="l"/>
              <a:pathLst>
                <a:path h="63501" w="63785">
                  <a:moveTo>
                    <a:pt x="31892" y="0"/>
                  </a:moveTo>
                  <a:cubicBezTo>
                    <a:pt x="20515" y="-51"/>
                    <a:pt x="9980" y="5989"/>
                    <a:pt x="4277" y="15834"/>
                  </a:cubicBezTo>
                  <a:cubicBezTo>
                    <a:pt x="-1426" y="25678"/>
                    <a:pt x="-1426" y="37822"/>
                    <a:pt x="4277" y="47666"/>
                  </a:cubicBezTo>
                  <a:cubicBezTo>
                    <a:pt x="9980" y="57511"/>
                    <a:pt x="20515" y="63551"/>
                    <a:pt x="31892" y="63500"/>
                  </a:cubicBezTo>
                  <a:cubicBezTo>
                    <a:pt x="43269" y="63551"/>
                    <a:pt x="53804" y="57511"/>
                    <a:pt x="59507" y="47666"/>
                  </a:cubicBezTo>
                  <a:cubicBezTo>
                    <a:pt x="65210" y="37822"/>
                    <a:pt x="65210" y="25678"/>
                    <a:pt x="59507" y="15834"/>
                  </a:cubicBezTo>
                  <a:cubicBezTo>
                    <a:pt x="53804" y="5989"/>
                    <a:pt x="43269" y="-51"/>
                    <a:pt x="31892" y="0"/>
                  </a:cubicBezTo>
                  <a:close/>
                </a:path>
              </a:pathLst>
            </a:custGeom>
            <a:solidFill>
              <a:srgbClr val="606060"/>
            </a:solidFill>
          </p:spPr>
        </p:sp>
        <p:sp>
          <p:nvSpPr>
            <p:cNvPr name="Freeform 75" id="75"/>
            <p:cNvSpPr/>
            <p:nvPr/>
          </p:nvSpPr>
          <p:spPr>
            <a:xfrm flipH="false" flipV="false" rot="0">
              <a:off x="0" y="685800"/>
              <a:ext cx="27940" cy="213360"/>
            </a:xfrm>
            <a:custGeom>
              <a:avLst/>
              <a:gdLst/>
              <a:ahLst/>
              <a:cxnLst/>
              <a:rect r="r" b="b" t="t" l="l"/>
              <a:pathLst>
                <a:path h="213360" w="2794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B8B8B8"/>
            </a:solidFill>
          </p:spPr>
        </p:sp>
        <p:sp>
          <p:nvSpPr>
            <p:cNvPr name="Freeform 76" id="76"/>
            <p:cNvSpPr/>
            <p:nvPr/>
          </p:nvSpPr>
          <p:spPr>
            <a:xfrm flipH="false" flipV="false" rot="0">
              <a:off x="0" y="1057910"/>
              <a:ext cx="27940" cy="384810"/>
            </a:xfrm>
            <a:custGeom>
              <a:avLst/>
              <a:gdLst/>
              <a:ahLst/>
              <a:cxnLst/>
              <a:rect r="r" b="b" t="t" l="l"/>
              <a:pathLst>
                <a:path h="384810" w="2794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B8B8B8"/>
            </a:solidFill>
          </p:spPr>
        </p:sp>
        <p:sp>
          <p:nvSpPr>
            <p:cNvPr name="Freeform 77" id="77"/>
            <p:cNvSpPr/>
            <p:nvPr/>
          </p:nvSpPr>
          <p:spPr>
            <a:xfrm flipH="false" flipV="false" rot="0">
              <a:off x="0" y="1526540"/>
              <a:ext cx="27940" cy="386080"/>
            </a:xfrm>
            <a:custGeom>
              <a:avLst/>
              <a:gdLst/>
              <a:ahLst/>
              <a:cxnLst/>
              <a:rect r="r" b="b" t="t" l="l"/>
              <a:pathLst>
                <a:path h="386080" w="2794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B8B8B8"/>
            </a:solidFill>
          </p:spPr>
        </p:sp>
        <p:sp>
          <p:nvSpPr>
            <p:cNvPr name="Freeform 78" id="78"/>
            <p:cNvSpPr/>
            <p:nvPr/>
          </p:nvSpPr>
          <p:spPr>
            <a:xfrm flipH="false" flipV="false" rot="0">
              <a:off x="2592070" y="1184910"/>
              <a:ext cx="27940" cy="618490"/>
            </a:xfrm>
            <a:custGeom>
              <a:avLst/>
              <a:gdLst/>
              <a:ahLst/>
              <a:cxnLst/>
              <a:rect r="r" b="b" t="t" l="l"/>
              <a:pathLst>
                <a:path h="618490" w="2794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B8B8B8"/>
            </a:solidFill>
          </p:spPr>
        </p:sp>
        <p:sp>
          <p:nvSpPr>
            <p:cNvPr name="Freeform 79" id="79"/>
            <p:cNvSpPr/>
            <p:nvPr/>
          </p:nvSpPr>
          <p:spPr>
            <a:xfrm flipH="false" flipV="false" rot="0">
              <a:off x="27940" y="0"/>
              <a:ext cx="2564130" cy="5182870"/>
            </a:xfrm>
            <a:custGeom>
              <a:avLst/>
              <a:gdLst/>
              <a:ahLst/>
              <a:cxnLst/>
              <a:rect r="r" b="b" t="t" l="l"/>
              <a:pathLst>
                <a:path h="5182870" w="256413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E9E9E9"/>
            </a:solidFill>
          </p:spPr>
        </p:sp>
      </p:grpSp>
      <p:grpSp>
        <p:nvGrpSpPr>
          <p:cNvPr name="Group 80" id="80"/>
          <p:cNvGrpSpPr/>
          <p:nvPr/>
        </p:nvGrpSpPr>
        <p:grpSpPr>
          <a:xfrm rot="0">
            <a:off x="8825038" y="2715947"/>
            <a:ext cx="1042538" cy="47625"/>
            <a:chOff x="0" y="0"/>
            <a:chExt cx="274578" cy="12543"/>
          </a:xfrm>
        </p:grpSpPr>
        <p:sp>
          <p:nvSpPr>
            <p:cNvPr name="Freeform 81" id="81"/>
            <p:cNvSpPr/>
            <p:nvPr/>
          </p:nvSpPr>
          <p:spPr>
            <a:xfrm flipH="false" flipV="false" rot="0">
              <a:off x="0" y="0"/>
              <a:ext cx="274578" cy="12543"/>
            </a:xfrm>
            <a:custGeom>
              <a:avLst/>
              <a:gdLst/>
              <a:ahLst/>
              <a:cxnLst/>
              <a:rect r="r" b="b" t="t" l="l"/>
              <a:pathLst>
                <a:path h="12543" w="274578">
                  <a:moveTo>
                    <a:pt x="6272" y="0"/>
                  </a:moveTo>
                  <a:lnTo>
                    <a:pt x="268306" y="0"/>
                  </a:lnTo>
                  <a:cubicBezTo>
                    <a:pt x="269970" y="0"/>
                    <a:pt x="271565" y="661"/>
                    <a:pt x="272741" y="1837"/>
                  </a:cubicBezTo>
                  <a:cubicBezTo>
                    <a:pt x="273917" y="3013"/>
                    <a:pt x="274578" y="4608"/>
                    <a:pt x="274578" y="6272"/>
                  </a:cubicBezTo>
                  <a:lnTo>
                    <a:pt x="274578" y="6272"/>
                  </a:lnTo>
                  <a:cubicBezTo>
                    <a:pt x="274578" y="7935"/>
                    <a:pt x="273917" y="9530"/>
                    <a:pt x="272741" y="10706"/>
                  </a:cubicBezTo>
                  <a:cubicBezTo>
                    <a:pt x="271565" y="11882"/>
                    <a:pt x="269970" y="12543"/>
                    <a:pt x="268306" y="12543"/>
                  </a:cubicBezTo>
                  <a:lnTo>
                    <a:pt x="6272" y="12543"/>
                  </a:lnTo>
                  <a:cubicBezTo>
                    <a:pt x="4608" y="12543"/>
                    <a:pt x="3013" y="11882"/>
                    <a:pt x="1837" y="10706"/>
                  </a:cubicBezTo>
                  <a:cubicBezTo>
                    <a:pt x="661" y="9530"/>
                    <a:pt x="0" y="7935"/>
                    <a:pt x="0" y="6272"/>
                  </a:cubicBezTo>
                  <a:lnTo>
                    <a:pt x="0" y="6272"/>
                  </a:lnTo>
                  <a:cubicBezTo>
                    <a:pt x="0" y="4608"/>
                    <a:pt x="661" y="3013"/>
                    <a:pt x="1837" y="1837"/>
                  </a:cubicBezTo>
                  <a:cubicBezTo>
                    <a:pt x="3013" y="661"/>
                    <a:pt x="4608" y="0"/>
                    <a:pt x="6272" y="0"/>
                  </a:cubicBezTo>
                  <a:close/>
                </a:path>
              </a:pathLst>
            </a:custGeom>
            <a:solidFill>
              <a:srgbClr val="335ACF"/>
            </a:solidFill>
          </p:spPr>
        </p:sp>
        <p:sp>
          <p:nvSpPr>
            <p:cNvPr name="TextBox 82" id="82"/>
            <p:cNvSpPr txBox="true"/>
            <p:nvPr/>
          </p:nvSpPr>
          <p:spPr>
            <a:xfrm>
              <a:off x="0" y="-38100"/>
              <a:ext cx="274578" cy="50643"/>
            </a:xfrm>
            <a:prstGeom prst="rect">
              <a:avLst/>
            </a:prstGeom>
          </p:spPr>
          <p:txBody>
            <a:bodyPr anchor="ctr" rtlCol="false" tIns="50800" lIns="50800" bIns="50800" rIns="50800"/>
            <a:lstStyle/>
            <a:p>
              <a:pPr algn="ctr">
                <a:lnSpc>
                  <a:spcPts val="2659"/>
                </a:lnSpc>
              </a:pPr>
            </a:p>
          </p:txBody>
        </p:sp>
      </p:grpSp>
      <p:sp>
        <p:nvSpPr>
          <p:cNvPr name="TextBox 83" id="83"/>
          <p:cNvSpPr txBox="true"/>
          <p:nvPr/>
        </p:nvSpPr>
        <p:spPr>
          <a:xfrm rot="0">
            <a:off x="6132341" y="1826418"/>
            <a:ext cx="6427931" cy="731677"/>
          </a:xfrm>
          <a:prstGeom prst="rect">
            <a:avLst/>
          </a:prstGeom>
        </p:spPr>
        <p:txBody>
          <a:bodyPr anchor="t" rtlCol="false" tIns="0" lIns="0" bIns="0" rIns="0">
            <a:spAutoFit/>
          </a:bodyPr>
          <a:lstStyle/>
          <a:p>
            <a:pPr algn="ctr">
              <a:lnSpc>
                <a:spcPts val="5336"/>
              </a:lnSpc>
            </a:pPr>
            <a:r>
              <a:rPr lang="en-US" b="true" sz="4560">
                <a:solidFill>
                  <a:srgbClr val="1F2020"/>
                </a:solidFill>
                <a:latin typeface="Poppins Bold"/>
                <a:ea typeface="Poppins Bold"/>
                <a:cs typeface="Poppins Bold"/>
                <a:sym typeface="Poppins Bold"/>
              </a:rPr>
              <a:t>Portfolio Section</a:t>
            </a:r>
          </a:p>
        </p:txBody>
      </p:sp>
      <p:sp>
        <p:nvSpPr>
          <p:cNvPr name="TextBox 84" id="84"/>
          <p:cNvSpPr txBox="true"/>
          <p:nvPr/>
        </p:nvSpPr>
        <p:spPr>
          <a:xfrm rot="0">
            <a:off x="3673887" y="8094928"/>
            <a:ext cx="10940226" cy="407372"/>
          </a:xfrm>
          <a:prstGeom prst="rect">
            <a:avLst/>
          </a:prstGeom>
        </p:spPr>
        <p:txBody>
          <a:bodyPr anchor="t" rtlCol="false" tIns="0" lIns="0" bIns="0" rIns="0">
            <a:spAutoFit/>
          </a:bodyPr>
          <a:lstStyle/>
          <a:p>
            <a:pPr algn="ctr">
              <a:lnSpc>
                <a:spcPts val="1680"/>
              </a:lnSpc>
              <a:spcBef>
                <a:spcPct val="0"/>
              </a:spcBef>
            </a:pPr>
            <a:r>
              <a:rPr lang="en-US" sz="1200">
                <a:solidFill>
                  <a:srgbClr val="FFFFFF"/>
                </a:solidFill>
                <a:latin typeface="Open Sans"/>
                <a:ea typeface="Open Sans"/>
                <a:cs typeface="Open Sans"/>
                <a:sym typeface="Open Sans"/>
              </a:rPr>
              <a:t>Lorem ipsum dolor sit amet, consectetur adipiscing elit, sed do eiusmod tempor incididunt ut labore et dolore magna aliqua. Ut enim ad minim veniam, quis nostrud exercitation ullamco laboris nisi ut aliquip ex ea commodo consequat. Duis aute irure dolor</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293116" y="565634"/>
            <a:ext cx="397367" cy="28996"/>
            <a:chOff x="0" y="0"/>
            <a:chExt cx="128243" cy="9358"/>
          </a:xfrm>
        </p:grpSpPr>
        <p:sp>
          <p:nvSpPr>
            <p:cNvPr name="Freeform 3" id="3"/>
            <p:cNvSpPr/>
            <p:nvPr/>
          </p:nvSpPr>
          <p:spPr>
            <a:xfrm flipH="false" flipV="false" rot="0">
              <a:off x="0" y="0"/>
              <a:ext cx="128243" cy="9358"/>
            </a:xfrm>
            <a:custGeom>
              <a:avLst/>
              <a:gdLst/>
              <a:ahLst/>
              <a:cxnLst/>
              <a:rect r="r" b="b" t="t" l="l"/>
              <a:pathLst>
                <a:path h="9358" w="128243">
                  <a:moveTo>
                    <a:pt x="0" y="0"/>
                  </a:moveTo>
                  <a:lnTo>
                    <a:pt x="128243" y="0"/>
                  </a:lnTo>
                  <a:lnTo>
                    <a:pt x="128243" y="9358"/>
                  </a:lnTo>
                  <a:lnTo>
                    <a:pt x="0" y="9358"/>
                  </a:lnTo>
                  <a:close/>
                </a:path>
              </a:pathLst>
            </a:custGeom>
            <a:solidFill>
              <a:srgbClr val="335ACF"/>
            </a:solidFill>
          </p:spPr>
        </p:sp>
        <p:sp>
          <p:nvSpPr>
            <p:cNvPr name="TextBox 4" id="4"/>
            <p:cNvSpPr txBox="true"/>
            <p:nvPr/>
          </p:nvSpPr>
          <p:spPr>
            <a:xfrm>
              <a:off x="0" y="-38100"/>
              <a:ext cx="128243" cy="47458"/>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7293116" y="657737"/>
            <a:ext cx="397367" cy="28996"/>
            <a:chOff x="0" y="0"/>
            <a:chExt cx="128243" cy="9358"/>
          </a:xfrm>
        </p:grpSpPr>
        <p:sp>
          <p:nvSpPr>
            <p:cNvPr name="Freeform 6" id="6"/>
            <p:cNvSpPr/>
            <p:nvPr/>
          </p:nvSpPr>
          <p:spPr>
            <a:xfrm flipH="false" flipV="false" rot="0">
              <a:off x="0" y="0"/>
              <a:ext cx="128243" cy="9358"/>
            </a:xfrm>
            <a:custGeom>
              <a:avLst/>
              <a:gdLst/>
              <a:ahLst/>
              <a:cxnLst/>
              <a:rect r="r" b="b" t="t" l="l"/>
              <a:pathLst>
                <a:path h="9358" w="128243">
                  <a:moveTo>
                    <a:pt x="0" y="0"/>
                  </a:moveTo>
                  <a:lnTo>
                    <a:pt x="128243" y="0"/>
                  </a:lnTo>
                  <a:lnTo>
                    <a:pt x="128243" y="9358"/>
                  </a:lnTo>
                  <a:lnTo>
                    <a:pt x="0" y="9358"/>
                  </a:lnTo>
                  <a:close/>
                </a:path>
              </a:pathLst>
            </a:custGeom>
            <a:solidFill>
              <a:srgbClr val="335ACF"/>
            </a:solidFill>
          </p:spPr>
        </p:sp>
        <p:sp>
          <p:nvSpPr>
            <p:cNvPr name="TextBox 7" id="7"/>
            <p:cNvSpPr txBox="true"/>
            <p:nvPr/>
          </p:nvSpPr>
          <p:spPr>
            <a:xfrm>
              <a:off x="0" y="-38100"/>
              <a:ext cx="128243" cy="47458"/>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false" flipV="false" rot="0">
            <a:off x="673429" y="486649"/>
            <a:ext cx="274427" cy="260019"/>
          </a:xfrm>
          <a:custGeom>
            <a:avLst/>
            <a:gdLst/>
            <a:ahLst/>
            <a:cxnLst/>
            <a:rect r="r" b="b" t="t" l="l"/>
            <a:pathLst>
              <a:path h="260019" w="274427">
                <a:moveTo>
                  <a:pt x="0" y="0"/>
                </a:moveTo>
                <a:lnTo>
                  <a:pt x="274427" y="0"/>
                </a:lnTo>
                <a:lnTo>
                  <a:pt x="274427" y="260020"/>
                </a:lnTo>
                <a:lnTo>
                  <a:pt x="0" y="26002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9" id="9"/>
          <p:cNvGrpSpPr/>
          <p:nvPr/>
        </p:nvGrpSpPr>
        <p:grpSpPr>
          <a:xfrm rot="0">
            <a:off x="18177932" y="8597752"/>
            <a:ext cx="110068" cy="660548"/>
            <a:chOff x="0" y="0"/>
            <a:chExt cx="28989" cy="173972"/>
          </a:xfrm>
        </p:grpSpPr>
        <p:sp>
          <p:nvSpPr>
            <p:cNvPr name="Freeform 10" id="10"/>
            <p:cNvSpPr/>
            <p:nvPr/>
          </p:nvSpPr>
          <p:spPr>
            <a:xfrm flipH="false" flipV="false" rot="0">
              <a:off x="0" y="0"/>
              <a:ext cx="28989" cy="173972"/>
            </a:xfrm>
            <a:custGeom>
              <a:avLst/>
              <a:gdLst/>
              <a:ahLst/>
              <a:cxnLst/>
              <a:rect r="r" b="b" t="t" l="l"/>
              <a:pathLst>
                <a:path h="173972" w="28989">
                  <a:moveTo>
                    <a:pt x="0" y="0"/>
                  </a:moveTo>
                  <a:lnTo>
                    <a:pt x="28989" y="0"/>
                  </a:lnTo>
                  <a:lnTo>
                    <a:pt x="28989" y="173972"/>
                  </a:lnTo>
                  <a:lnTo>
                    <a:pt x="0" y="173972"/>
                  </a:lnTo>
                  <a:close/>
                </a:path>
              </a:pathLst>
            </a:custGeom>
            <a:solidFill>
              <a:srgbClr val="335ACF"/>
            </a:solidFill>
          </p:spPr>
        </p:sp>
        <p:sp>
          <p:nvSpPr>
            <p:cNvPr name="TextBox 11" id="11"/>
            <p:cNvSpPr txBox="true"/>
            <p:nvPr/>
          </p:nvSpPr>
          <p:spPr>
            <a:xfrm>
              <a:off x="0" y="-38100"/>
              <a:ext cx="28989" cy="212072"/>
            </a:xfrm>
            <a:prstGeom prst="rect">
              <a:avLst/>
            </a:prstGeom>
          </p:spPr>
          <p:txBody>
            <a:bodyPr anchor="ctr" rtlCol="false" tIns="50800" lIns="50800" bIns="50800" rIns="50800"/>
            <a:lstStyle/>
            <a:p>
              <a:pPr algn="ctr">
                <a:lnSpc>
                  <a:spcPts val="2659"/>
                </a:lnSpc>
              </a:pPr>
            </a:p>
          </p:txBody>
        </p:sp>
      </p:grpSp>
      <p:grpSp>
        <p:nvGrpSpPr>
          <p:cNvPr name="Group 12" id="12"/>
          <p:cNvGrpSpPr>
            <a:grpSpLocks noChangeAspect="true"/>
          </p:cNvGrpSpPr>
          <p:nvPr/>
        </p:nvGrpSpPr>
        <p:grpSpPr>
          <a:xfrm rot="0">
            <a:off x="947856" y="4835475"/>
            <a:ext cx="3040836" cy="6016817"/>
            <a:chOff x="0" y="0"/>
            <a:chExt cx="2620010" cy="5184140"/>
          </a:xfrm>
        </p:grpSpPr>
        <p:sp>
          <p:nvSpPr>
            <p:cNvPr name="Freeform 13" id="13"/>
            <p:cNvSpPr/>
            <p:nvPr/>
          </p:nvSpPr>
          <p:spPr>
            <a:xfrm flipH="false" flipV="false" rot="0">
              <a:off x="53340" y="25400"/>
              <a:ext cx="2513330" cy="5132070"/>
            </a:xfrm>
            <a:custGeom>
              <a:avLst/>
              <a:gdLst/>
              <a:ahLst/>
              <a:cxnLst/>
              <a:rect r="r" b="b" t="t" l="l"/>
              <a:pathLst>
                <a:path h="5132070" w="251333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sp>
        <p:sp>
          <p:nvSpPr>
            <p:cNvPr name="Freeform 14" id="14"/>
            <p:cNvSpPr/>
            <p:nvPr/>
          </p:nvSpPr>
          <p:spPr>
            <a:xfrm flipH="false" flipV="false" rot="0">
              <a:off x="185420" y="156210"/>
              <a:ext cx="2250453" cy="4876800"/>
            </a:xfrm>
            <a:custGeom>
              <a:avLst/>
              <a:gdLst/>
              <a:ahLst/>
              <a:cxnLst/>
              <a:rect r="r" b="b" t="t" l="l"/>
              <a:pathLst>
                <a:path h="4876800" w="2250453">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a:blip r:embed="rId4"/>
              <a:stretch>
                <a:fillRect l="-58351" t="0" r="-58351" b="0"/>
              </a:stretch>
            </a:blipFill>
          </p:spPr>
        </p:sp>
        <p:sp>
          <p:nvSpPr>
            <p:cNvPr name="Freeform 15" id="15"/>
            <p:cNvSpPr/>
            <p:nvPr/>
          </p:nvSpPr>
          <p:spPr>
            <a:xfrm flipH="false" flipV="false" rot="0">
              <a:off x="1121410" y="198120"/>
              <a:ext cx="347980" cy="43180"/>
            </a:xfrm>
            <a:custGeom>
              <a:avLst/>
              <a:gdLst/>
              <a:ahLst/>
              <a:cxnLst/>
              <a:rect r="r" b="b" t="t" l="l"/>
              <a:pathLst>
                <a:path h="43180" w="3479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606060"/>
            </a:solidFill>
          </p:spPr>
        </p:sp>
        <p:sp>
          <p:nvSpPr>
            <p:cNvPr name="Freeform 16" id="16"/>
            <p:cNvSpPr/>
            <p:nvPr/>
          </p:nvSpPr>
          <p:spPr>
            <a:xfrm flipH="false" flipV="false" rot="0">
              <a:off x="1579738" y="187960"/>
              <a:ext cx="63785" cy="63501"/>
            </a:xfrm>
            <a:custGeom>
              <a:avLst/>
              <a:gdLst/>
              <a:ahLst/>
              <a:cxnLst/>
              <a:rect r="r" b="b" t="t" l="l"/>
              <a:pathLst>
                <a:path h="63501" w="63785">
                  <a:moveTo>
                    <a:pt x="31892" y="0"/>
                  </a:moveTo>
                  <a:cubicBezTo>
                    <a:pt x="20515" y="-51"/>
                    <a:pt x="9980" y="5989"/>
                    <a:pt x="4277" y="15834"/>
                  </a:cubicBezTo>
                  <a:cubicBezTo>
                    <a:pt x="-1426" y="25678"/>
                    <a:pt x="-1426" y="37822"/>
                    <a:pt x="4277" y="47666"/>
                  </a:cubicBezTo>
                  <a:cubicBezTo>
                    <a:pt x="9980" y="57511"/>
                    <a:pt x="20515" y="63551"/>
                    <a:pt x="31892" y="63500"/>
                  </a:cubicBezTo>
                  <a:cubicBezTo>
                    <a:pt x="43269" y="63551"/>
                    <a:pt x="53804" y="57511"/>
                    <a:pt x="59507" y="47666"/>
                  </a:cubicBezTo>
                  <a:cubicBezTo>
                    <a:pt x="65210" y="37822"/>
                    <a:pt x="65210" y="25678"/>
                    <a:pt x="59507" y="15834"/>
                  </a:cubicBezTo>
                  <a:cubicBezTo>
                    <a:pt x="53804" y="5989"/>
                    <a:pt x="43269" y="-51"/>
                    <a:pt x="31892" y="0"/>
                  </a:cubicBezTo>
                  <a:close/>
                </a:path>
              </a:pathLst>
            </a:custGeom>
            <a:solidFill>
              <a:srgbClr val="606060"/>
            </a:solidFill>
          </p:spPr>
        </p:sp>
        <p:sp>
          <p:nvSpPr>
            <p:cNvPr name="Freeform 17" id="17"/>
            <p:cNvSpPr/>
            <p:nvPr/>
          </p:nvSpPr>
          <p:spPr>
            <a:xfrm flipH="false" flipV="false" rot="0">
              <a:off x="0" y="685800"/>
              <a:ext cx="27940" cy="213360"/>
            </a:xfrm>
            <a:custGeom>
              <a:avLst/>
              <a:gdLst/>
              <a:ahLst/>
              <a:cxnLst/>
              <a:rect r="r" b="b" t="t" l="l"/>
              <a:pathLst>
                <a:path h="213360" w="2794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B8B8B8"/>
            </a:solidFill>
          </p:spPr>
        </p:sp>
        <p:sp>
          <p:nvSpPr>
            <p:cNvPr name="Freeform 18" id="18"/>
            <p:cNvSpPr/>
            <p:nvPr/>
          </p:nvSpPr>
          <p:spPr>
            <a:xfrm flipH="false" flipV="false" rot="0">
              <a:off x="0" y="1057910"/>
              <a:ext cx="27940" cy="384810"/>
            </a:xfrm>
            <a:custGeom>
              <a:avLst/>
              <a:gdLst/>
              <a:ahLst/>
              <a:cxnLst/>
              <a:rect r="r" b="b" t="t" l="l"/>
              <a:pathLst>
                <a:path h="384810" w="2794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B8B8B8"/>
            </a:solidFill>
          </p:spPr>
        </p:sp>
        <p:sp>
          <p:nvSpPr>
            <p:cNvPr name="Freeform 19" id="19"/>
            <p:cNvSpPr/>
            <p:nvPr/>
          </p:nvSpPr>
          <p:spPr>
            <a:xfrm flipH="false" flipV="false" rot="0">
              <a:off x="0" y="1526540"/>
              <a:ext cx="27940" cy="386080"/>
            </a:xfrm>
            <a:custGeom>
              <a:avLst/>
              <a:gdLst/>
              <a:ahLst/>
              <a:cxnLst/>
              <a:rect r="r" b="b" t="t" l="l"/>
              <a:pathLst>
                <a:path h="386080" w="2794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B8B8B8"/>
            </a:solidFill>
          </p:spPr>
        </p:sp>
        <p:sp>
          <p:nvSpPr>
            <p:cNvPr name="Freeform 20" id="20"/>
            <p:cNvSpPr/>
            <p:nvPr/>
          </p:nvSpPr>
          <p:spPr>
            <a:xfrm flipH="false" flipV="false" rot="0">
              <a:off x="2592070" y="1184910"/>
              <a:ext cx="27940" cy="618490"/>
            </a:xfrm>
            <a:custGeom>
              <a:avLst/>
              <a:gdLst/>
              <a:ahLst/>
              <a:cxnLst/>
              <a:rect r="r" b="b" t="t" l="l"/>
              <a:pathLst>
                <a:path h="618490" w="2794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B8B8B8"/>
            </a:solidFill>
          </p:spPr>
        </p:sp>
        <p:sp>
          <p:nvSpPr>
            <p:cNvPr name="Freeform 21" id="21"/>
            <p:cNvSpPr/>
            <p:nvPr/>
          </p:nvSpPr>
          <p:spPr>
            <a:xfrm flipH="false" flipV="false" rot="0">
              <a:off x="27940" y="0"/>
              <a:ext cx="2564130" cy="5182870"/>
            </a:xfrm>
            <a:custGeom>
              <a:avLst/>
              <a:gdLst/>
              <a:ahLst/>
              <a:cxnLst/>
              <a:rect r="r" b="b" t="t" l="l"/>
              <a:pathLst>
                <a:path h="5182870" w="256413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E9E9E9"/>
            </a:solidFill>
          </p:spPr>
        </p:sp>
      </p:grpSp>
      <p:sp>
        <p:nvSpPr>
          <p:cNvPr name="TextBox 22" id="22"/>
          <p:cNvSpPr txBox="true"/>
          <p:nvPr/>
        </p:nvSpPr>
        <p:spPr>
          <a:xfrm rot="0">
            <a:off x="1039108" y="517674"/>
            <a:ext cx="1547756"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Studio Shodwe</a:t>
            </a:r>
          </a:p>
        </p:txBody>
      </p:sp>
      <p:sp>
        <p:nvSpPr>
          <p:cNvPr name="TextBox 23" id="23"/>
          <p:cNvSpPr txBox="true"/>
          <p:nvPr/>
        </p:nvSpPr>
        <p:spPr>
          <a:xfrm rot="0">
            <a:off x="15940842" y="517674"/>
            <a:ext cx="978460"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Contact</a:t>
            </a:r>
          </a:p>
        </p:txBody>
      </p:sp>
      <p:sp>
        <p:nvSpPr>
          <p:cNvPr name="TextBox 24" id="24"/>
          <p:cNvSpPr txBox="true"/>
          <p:nvPr/>
        </p:nvSpPr>
        <p:spPr>
          <a:xfrm rot="0">
            <a:off x="14385046" y="517674"/>
            <a:ext cx="1060497"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About Us</a:t>
            </a:r>
          </a:p>
        </p:txBody>
      </p:sp>
      <p:sp>
        <p:nvSpPr>
          <p:cNvPr name="TextBox 25" id="25"/>
          <p:cNvSpPr txBox="true"/>
          <p:nvPr/>
        </p:nvSpPr>
        <p:spPr>
          <a:xfrm rot="0">
            <a:off x="13154289" y="517674"/>
            <a:ext cx="735456"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Photo</a:t>
            </a:r>
          </a:p>
        </p:txBody>
      </p:sp>
      <p:sp>
        <p:nvSpPr>
          <p:cNvPr name="TextBox 26" id="26"/>
          <p:cNvSpPr txBox="true"/>
          <p:nvPr/>
        </p:nvSpPr>
        <p:spPr>
          <a:xfrm rot="0">
            <a:off x="11898530" y="517674"/>
            <a:ext cx="809760"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Home</a:t>
            </a:r>
          </a:p>
        </p:txBody>
      </p:sp>
      <p:grpSp>
        <p:nvGrpSpPr>
          <p:cNvPr name="Group 27" id="27"/>
          <p:cNvGrpSpPr>
            <a:grpSpLocks noChangeAspect="true"/>
          </p:cNvGrpSpPr>
          <p:nvPr/>
        </p:nvGrpSpPr>
        <p:grpSpPr>
          <a:xfrm rot="0">
            <a:off x="4250703" y="2135091"/>
            <a:ext cx="3040836" cy="6016817"/>
            <a:chOff x="0" y="0"/>
            <a:chExt cx="2620010" cy="5184140"/>
          </a:xfrm>
        </p:grpSpPr>
        <p:sp>
          <p:nvSpPr>
            <p:cNvPr name="Freeform 28" id="28"/>
            <p:cNvSpPr/>
            <p:nvPr/>
          </p:nvSpPr>
          <p:spPr>
            <a:xfrm flipH="false" flipV="false" rot="0">
              <a:off x="53340" y="25400"/>
              <a:ext cx="2513330" cy="5132070"/>
            </a:xfrm>
            <a:custGeom>
              <a:avLst/>
              <a:gdLst/>
              <a:ahLst/>
              <a:cxnLst/>
              <a:rect r="r" b="b" t="t" l="l"/>
              <a:pathLst>
                <a:path h="5132070" w="251333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sp>
        <p:sp>
          <p:nvSpPr>
            <p:cNvPr name="Freeform 29" id="29"/>
            <p:cNvSpPr/>
            <p:nvPr/>
          </p:nvSpPr>
          <p:spPr>
            <a:xfrm flipH="false" flipV="false" rot="0">
              <a:off x="185420" y="156210"/>
              <a:ext cx="2250453" cy="4876800"/>
            </a:xfrm>
            <a:custGeom>
              <a:avLst/>
              <a:gdLst/>
              <a:ahLst/>
              <a:cxnLst/>
              <a:rect r="r" b="b" t="t" l="l"/>
              <a:pathLst>
                <a:path h="4876800" w="2250453">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a:blip r:embed="rId4"/>
              <a:stretch>
                <a:fillRect l="-58351" t="0" r="-58351" b="0"/>
              </a:stretch>
            </a:blipFill>
          </p:spPr>
        </p:sp>
        <p:sp>
          <p:nvSpPr>
            <p:cNvPr name="Freeform 30" id="30"/>
            <p:cNvSpPr/>
            <p:nvPr/>
          </p:nvSpPr>
          <p:spPr>
            <a:xfrm flipH="false" flipV="false" rot="0">
              <a:off x="1121410" y="198120"/>
              <a:ext cx="347980" cy="43180"/>
            </a:xfrm>
            <a:custGeom>
              <a:avLst/>
              <a:gdLst/>
              <a:ahLst/>
              <a:cxnLst/>
              <a:rect r="r" b="b" t="t" l="l"/>
              <a:pathLst>
                <a:path h="43180" w="3479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606060"/>
            </a:solidFill>
          </p:spPr>
        </p:sp>
        <p:sp>
          <p:nvSpPr>
            <p:cNvPr name="Freeform 31" id="31"/>
            <p:cNvSpPr/>
            <p:nvPr/>
          </p:nvSpPr>
          <p:spPr>
            <a:xfrm flipH="false" flipV="false" rot="0">
              <a:off x="1579738" y="187960"/>
              <a:ext cx="63785" cy="63501"/>
            </a:xfrm>
            <a:custGeom>
              <a:avLst/>
              <a:gdLst/>
              <a:ahLst/>
              <a:cxnLst/>
              <a:rect r="r" b="b" t="t" l="l"/>
              <a:pathLst>
                <a:path h="63501" w="63785">
                  <a:moveTo>
                    <a:pt x="31892" y="0"/>
                  </a:moveTo>
                  <a:cubicBezTo>
                    <a:pt x="20515" y="-51"/>
                    <a:pt x="9980" y="5989"/>
                    <a:pt x="4277" y="15834"/>
                  </a:cubicBezTo>
                  <a:cubicBezTo>
                    <a:pt x="-1426" y="25678"/>
                    <a:pt x="-1426" y="37822"/>
                    <a:pt x="4277" y="47666"/>
                  </a:cubicBezTo>
                  <a:cubicBezTo>
                    <a:pt x="9980" y="57511"/>
                    <a:pt x="20515" y="63551"/>
                    <a:pt x="31892" y="63500"/>
                  </a:cubicBezTo>
                  <a:cubicBezTo>
                    <a:pt x="43269" y="63551"/>
                    <a:pt x="53804" y="57511"/>
                    <a:pt x="59507" y="47666"/>
                  </a:cubicBezTo>
                  <a:cubicBezTo>
                    <a:pt x="65210" y="37822"/>
                    <a:pt x="65210" y="25678"/>
                    <a:pt x="59507" y="15834"/>
                  </a:cubicBezTo>
                  <a:cubicBezTo>
                    <a:pt x="53804" y="5989"/>
                    <a:pt x="43269" y="-51"/>
                    <a:pt x="31892" y="0"/>
                  </a:cubicBezTo>
                  <a:close/>
                </a:path>
              </a:pathLst>
            </a:custGeom>
            <a:solidFill>
              <a:srgbClr val="606060"/>
            </a:solidFill>
          </p:spPr>
        </p:sp>
        <p:sp>
          <p:nvSpPr>
            <p:cNvPr name="Freeform 32" id="32"/>
            <p:cNvSpPr/>
            <p:nvPr/>
          </p:nvSpPr>
          <p:spPr>
            <a:xfrm flipH="false" flipV="false" rot="0">
              <a:off x="0" y="685800"/>
              <a:ext cx="27940" cy="213360"/>
            </a:xfrm>
            <a:custGeom>
              <a:avLst/>
              <a:gdLst/>
              <a:ahLst/>
              <a:cxnLst/>
              <a:rect r="r" b="b" t="t" l="l"/>
              <a:pathLst>
                <a:path h="213360" w="2794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B8B8B8"/>
            </a:solidFill>
          </p:spPr>
        </p:sp>
        <p:sp>
          <p:nvSpPr>
            <p:cNvPr name="Freeform 33" id="33"/>
            <p:cNvSpPr/>
            <p:nvPr/>
          </p:nvSpPr>
          <p:spPr>
            <a:xfrm flipH="false" flipV="false" rot="0">
              <a:off x="0" y="1057910"/>
              <a:ext cx="27940" cy="384810"/>
            </a:xfrm>
            <a:custGeom>
              <a:avLst/>
              <a:gdLst/>
              <a:ahLst/>
              <a:cxnLst/>
              <a:rect r="r" b="b" t="t" l="l"/>
              <a:pathLst>
                <a:path h="384810" w="2794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B8B8B8"/>
            </a:solidFill>
          </p:spPr>
        </p:sp>
        <p:sp>
          <p:nvSpPr>
            <p:cNvPr name="Freeform 34" id="34"/>
            <p:cNvSpPr/>
            <p:nvPr/>
          </p:nvSpPr>
          <p:spPr>
            <a:xfrm flipH="false" flipV="false" rot="0">
              <a:off x="0" y="1526540"/>
              <a:ext cx="27940" cy="386080"/>
            </a:xfrm>
            <a:custGeom>
              <a:avLst/>
              <a:gdLst/>
              <a:ahLst/>
              <a:cxnLst/>
              <a:rect r="r" b="b" t="t" l="l"/>
              <a:pathLst>
                <a:path h="386080" w="2794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B8B8B8"/>
            </a:solidFill>
          </p:spPr>
        </p:sp>
        <p:sp>
          <p:nvSpPr>
            <p:cNvPr name="Freeform 35" id="35"/>
            <p:cNvSpPr/>
            <p:nvPr/>
          </p:nvSpPr>
          <p:spPr>
            <a:xfrm flipH="false" flipV="false" rot="0">
              <a:off x="2592070" y="1184910"/>
              <a:ext cx="27940" cy="618490"/>
            </a:xfrm>
            <a:custGeom>
              <a:avLst/>
              <a:gdLst/>
              <a:ahLst/>
              <a:cxnLst/>
              <a:rect r="r" b="b" t="t" l="l"/>
              <a:pathLst>
                <a:path h="618490" w="2794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B8B8B8"/>
            </a:solidFill>
          </p:spPr>
        </p:sp>
        <p:sp>
          <p:nvSpPr>
            <p:cNvPr name="Freeform 36" id="36"/>
            <p:cNvSpPr/>
            <p:nvPr/>
          </p:nvSpPr>
          <p:spPr>
            <a:xfrm flipH="false" flipV="false" rot="0">
              <a:off x="27940" y="0"/>
              <a:ext cx="2564130" cy="5182870"/>
            </a:xfrm>
            <a:custGeom>
              <a:avLst/>
              <a:gdLst/>
              <a:ahLst/>
              <a:cxnLst/>
              <a:rect r="r" b="b" t="t" l="l"/>
              <a:pathLst>
                <a:path h="5182870" w="256413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E9E9E9"/>
            </a:solidFill>
          </p:spPr>
        </p:sp>
      </p:grpSp>
      <p:grpSp>
        <p:nvGrpSpPr>
          <p:cNvPr name="Group 37" id="37"/>
          <p:cNvGrpSpPr>
            <a:grpSpLocks noChangeAspect="true"/>
          </p:cNvGrpSpPr>
          <p:nvPr/>
        </p:nvGrpSpPr>
        <p:grpSpPr>
          <a:xfrm rot="0">
            <a:off x="7553550" y="-565292"/>
            <a:ext cx="3040836" cy="6016817"/>
            <a:chOff x="0" y="0"/>
            <a:chExt cx="2620010" cy="5184140"/>
          </a:xfrm>
        </p:grpSpPr>
        <p:sp>
          <p:nvSpPr>
            <p:cNvPr name="Freeform 38" id="38"/>
            <p:cNvSpPr/>
            <p:nvPr/>
          </p:nvSpPr>
          <p:spPr>
            <a:xfrm flipH="false" flipV="false" rot="0">
              <a:off x="53340" y="25400"/>
              <a:ext cx="2513330" cy="5132070"/>
            </a:xfrm>
            <a:custGeom>
              <a:avLst/>
              <a:gdLst/>
              <a:ahLst/>
              <a:cxnLst/>
              <a:rect r="r" b="b" t="t" l="l"/>
              <a:pathLst>
                <a:path h="5132070" w="251333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sp>
        <p:sp>
          <p:nvSpPr>
            <p:cNvPr name="Freeform 39" id="39"/>
            <p:cNvSpPr/>
            <p:nvPr/>
          </p:nvSpPr>
          <p:spPr>
            <a:xfrm flipH="false" flipV="false" rot="0">
              <a:off x="185420" y="156210"/>
              <a:ext cx="2250453" cy="4876800"/>
            </a:xfrm>
            <a:custGeom>
              <a:avLst/>
              <a:gdLst/>
              <a:ahLst/>
              <a:cxnLst/>
              <a:rect r="r" b="b" t="t" l="l"/>
              <a:pathLst>
                <a:path h="4876800" w="2250453">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a:blip r:embed="rId4"/>
              <a:stretch>
                <a:fillRect l="-58351" t="0" r="-58351" b="0"/>
              </a:stretch>
            </a:blipFill>
          </p:spPr>
        </p:sp>
        <p:sp>
          <p:nvSpPr>
            <p:cNvPr name="Freeform 40" id="40"/>
            <p:cNvSpPr/>
            <p:nvPr/>
          </p:nvSpPr>
          <p:spPr>
            <a:xfrm flipH="false" flipV="false" rot="0">
              <a:off x="1121410" y="198120"/>
              <a:ext cx="347980" cy="43180"/>
            </a:xfrm>
            <a:custGeom>
              <a:avLst/>
              <a:gdLst/>
              <a:ahLst/>
              <a:cxnLst/>
              <a:rect r="r" b="b" t="t" l="l"/>
              <a:pathLst>
                <a:path h="43180" w="3479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606060"/>
            </a:solidFill>
          </p:spPr>
        </p:sp>
        <p:sp>
          <p:nvSpPr>
            <p:cNvPr name="Freeform 41" id="41"/>
            <p:cNvSpPr/>
            <p:nvPr/>
          </p:nvSpPr>
          <p:spPr>
            <a:xfrm flipH="false" flipV="false" rot="0">
              <a:off x="1579738" y="187960"/>
              <a:ext cx="63785" cy="63501"/>
            </a:xfrm>
            <a:custGeom>
              <a:avLst/>
              <a:gdLst/>
              <a:ahLst/>
              <a:cxnLst/>
              <a:rect r="r" b="b" t="t" l="l"/>
              <a:pathLst>
                <a:path h="63501" w="63785">
                  <a:moveTo>
                    <a:pt x="31892" y="0"/>
                  </a:moveTo>
                  <a:cubicBezTo>
                    <a:pt x="20515" y="-51"/>
                    <a:pt x="9980" y="5989"/>
                    <a:pt x="4277" y="15834"/>
                  </a:cubicBezTo>
                  <a:cubicBezTo>
                    <a:pt x="-1426" y="25678"/>
                    <a:pt x="-1426" y="37822"/>
                    <a:pt x="4277" y="47666"/>
                  </a:cubicBezTo>
                  <a:cubicBezTo>
                    <a:pt x="9980" y="57511"/>
                    <a:pt x="20515" y="63551"/>
                    <a:pt x="31892" y="63500"/>
                  </a:cubicBezTo>
                  <a:cubicBezTo>
                    <a:pt x="43269" y="63551"/>
                    <a:pt x="53804" y="57511"/>
                    <a:pt x="59507" y="47666"/>
                  </a:cubicBezTo>
                  <a:cubicBezTo>
                    <a:pt x="65210" y="37822"/>
                    <a:pt x="65210" y="25678"/>
                    <a:pt x="59507" y="15834"/>
                  </a:cubicBezTo>
                  <a:cubicBezTo>
                    <a:pt x="53804" y="5989"/>
                    <a:pt x="43269" y="-51"/>
                    <a:pt x="31892" y="0"/>
                  </a:cubicBezTo>
                  <a:close/>
                </a:path>
              </a:pathLst>
            </a:custGeom>
            <a:solidFill>
              <a:srgbClr val="606060"/>
            </a:solidFill>
          </p:spPr>
        </p:sp>
        <p:sp>
          <p:nvSpPr>
            <p:cNvPr name="Freeform 42" id="42"/>
            <p:cNvSpPr/>
            <p:nvPr/>
          </p:nvSpPr>
          <p:spPr>
            <a:xfrm flipH="false" flipV="false" rot="0">
              <a:off x="0" y="685800"/>
              <a:ext cx="27940" cy="213360"/>
            </a:xfrm>
            <a:custGeom>
              <a:avLst/>
              <a:gdLst/>
              <a:ahLst/>
              <a:cxnLst/>
              <a:rect r="r" b="b" t="t" l="l"/>
              <a:pathLst>
                <a:path h="213360" w="2794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B8B8B8"/>
            </a:solidFill>
          </p:spPr>
        </p:sp>
        <p:sp>
          <p:nvSpPr>
            <p:cNvPr name="Freeform 43" id="43"/>
            <p:cNvSpPr/>
            <p:nvPr/>
          </p:nvSpPr>
          <p:spPr>
            <a:xfrm flipH="false" flipV="false" rot="0">
              <a:off x="0" y="1057910"/>
              <a:ext cx="27940" cy="384810"/>
            </a:xfrm>
            <a:custGeom>
              <a:avLst/>
              <a:gdLst/>
              <a:ahLst/>
              <a:cxnLst/>
              <a:rect r="r" b="b" t="t" l="l"/>
              <a:pathLst>
                <a:path h="384810" w="2794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B8B8B8"/>
            </a:solidFill>
          </p:spPr>
        </p:sp>
        <p:sp>
          <p:nvSpPr>
            <p:cNvPr name="Freeform 44" id="44"/>
            <p:cNvSpPr/>
            <p:nvPr/>
          </p:nvSpPr>
          <p:spPr>
            <a:xfrm flipH="false" flipV="false" rot="0">
              <a:off x="0" y="1526540"/>
              <a:ext cx="27940" cy="386080"/>
            </a:xfrm>
            <a:custGeom>
              <a:avLst/>
              <a:gdLst/>
              <a:ahLst/>
              <a:cxnLst/>
              <a:rect r="r" b="b" t="t" l="l"/>
              <a:pathLst>
                <a:path h="386080" w="2794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B8B8B8"/>
            </a:solidFill>
          </p:spPr>
        </p:sp>
        <p:sp>
          <p:nvSpPr>
            <p:cNvPr name="Freeform 45" id="45"/>
            <p:cNvSpPr/>
            <p:nvPr/>
          </p:nvSpPr>
          <p:spPr>
            <a:xfrm flipH="false" flipV="false" rot="0">
              <a:off x="2592070" y="1184910"/>
              <a:ext cx="27940" cy="618490"/>
            </a:xfrm>
            <a:custGeom>
              <a:avLst/>
              <a:gdLst/>
              <a:ahLst/>
              <a:cxnLst/>
              <a:rect r="r" b="b" t="t" l="l"/>
              <a:pathLst>
                <a:path h="618490" w="2794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B8B8B8"/>
            </a:solidFill>
          </p:spPr>
        </p:sp>
        <p:sp>
          <p:nvSpPr>
            <p:cNvPr name="Freeform 46" id="46"/>
            <p:cNvSpPr/>
            <p:nvPr/>
          </p:nvSpPr>
          <p:spPr>
            <a:xfrm flipH="false" flipV="false" rot="0">
              <a:off x="27940" y="0"/>
              <a:ext cx="2564130" cy="5182870"/>
            </a:xfrm>
            <a:custGeom>
              <a:avLst/>
              <a:gdLst/>
              <a:ahLst/>
              <a:cxnLst/>
              <a:rect r="r" b="b" t="t" l="l"/>
              <a:pathLst>
                <a:path h="5182870" w="256413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E9E9E9"/>
            </a:solidFill>
          </p:spPr>
        </p:sp>
      </p:grpSp>
      <p:grpSp>
        <p:nvGrpSpPr>
          <p:cNvPr name="Group 47" id="47"/>
          <p:cNvGrpSpPr/>
          <p:nvPr/>
        </p:nvGrpSpPr>
        <p:grpSpPr>
          <a:xfrm rot="0">
            <a:off x="11893585" y="3390968"/>
            <a:ext cx="1042538" cy="47625"/>
            <a:chOff x="0" y="0"/>
            <a:chExt cx="274578" cy="12543"/>
          </a:xfrm>
        </p:grpSpPr>
        <p:sp>
          <p:nvSpPr>
            <p:cNvPr name="Freeform 48" id="48"/>
            <p:cNvSpPr/>
            <p:nvPr/>
          </p:nvSpPr>
          <p:spPr>
            <a:xfrm flipH="false" flipV="false" rot="0">
              <a:off x="0" y="0"/>
              <a:ext cx="274578" cy="12543"/>
            </a:xfrm>
            <a:custGeom>
              <a:avLst/>
              <a:gdLst/>
              <a:ahLst/>
              <a:cxnLst/>
              <a:rect r="r" b="b" t="t" l="l"/>
              <a:pathLst>
                <a:path h="12543" w="274578">
                  <a:moveTo>
                    <a:pt x="6272" y="0"/>
                  </a:moveTo>
                  <a:lnTo>
                    <a:pt x="268306" y="0"/>
                  </a:lnTo>
                  <a:cubicBezTo>
                    <a:pt x="269970" y="0"/>
                    <a:pt x="271565" y="661"/>
                    <a:pt x="272741" y="1837"/>
                  </a:cubicBezTo>
                  <a:cubicBezTo>
                    <a:pt x="273917" y="3013"/>
                    <a:pt x="274578" y="4608"/>
                    <a:pt x="274578" y="6272"/>
                  </a:cubicBezTo>
                  <a:lnTo>
                    <a:pt x="274578" y="6272"/>
                  </a:lnTo>
                  <a:cubicBezTo>
                    <a:pt x="274578" y="7935"/>
                    <a:pt x="273917" y="9530"/>
                    <a:pt x="272741" y="10706"/>
                  </a:cubicBezTo>
                  <a:cubicBezTo>
                    <a:pt x="271565" y="11882"/>
                    <a:pt x="269970" y="12543"/>
                    <a:pt x="268306" y="12543"/>
                  </a:cubicBezTo>
                  <a:lnTo>
                    <a:pt x="6272" y="12543"/>
                  </a:lnTo>
                  <a:cubicBezTo>
                    <a:pt x="4608" y="12543"/>
                    <a:pt x="3013" y="11882"/>
                    <a:pt x="1837" y="10706"/>
                  </a:cubicBezTo>
                  <a:cubicBezTo>
                    <a:pt x="661" y="9530"/>
                    <a:pt x="0" y="7935"/>
                    <a:pt x="0" y="6272"/>
                  </a:cubicBezTo>
                  <a:lnTo>
                    <a:pt x="0" y="6272"/>
                  </a:lnTo>
                  <a:cubicBezTo>
                    <a:pt x="0" y="4608"/>
                    <a:pt x="661" y="3013"/>
                    <a:pt x="1837" y="1837"/>
                  </a:cubicBezTo>
                  <a:cubicBezTo>
                    <a:pt x="3013" y="661"/>
                    <a:pt x="4608" y="0"/>
                    <a:pt x="6272" y="0"/>
                  </a:cubicBezTo>
                  <a:close/>
                </a:path>
              </a:pathLst>
            </a:custGeom>
            <a:solidFill>
              <a:srgbClr val="335ACF"/>
            </a:solidFill>
          </p:spPr>
        </p:sp>
        <p:sp>
          <p:nvSpPr>
            <p:cNvPr name="TextBox 49" id="49"/>
            <p:cNvSpPr txBox="true"/>
            <p:nvPr/>
          </p:nvSpPr>
          <p:spPr>
            <a:xfrm>
              <a:off x="0" y="-38100"/>
              <a:ext cx="274578" cy="50643"/>
            </a:xfrm>
            <a:prstGeom prst="rect">
              <a:avLst/>
            </a:prstGeom>
          </p:spPr>
          <p:txBody>
            <a:bodyPr anchor="ctr" rtlCol="false" tIns="50800" lIns="50800" bIns="50800" rIns="50800"/>
            <a:lstStyle/>
            <a:p>
              <a:pPr algn="ctr">
                <a:lnSpc>
                  <a:spcPts val="2659"/>
                </a:lnSpc>
              </a:pPr>
            </a:p>
          </p:txBody>
        </p:sp>
      </p:grpSp>
      <p:sp>
        <p:nvSpPr>
          <p:cNvPr name="TextBox 50" id="50"/>
          <p:cNvSpPr txBox="true"/>
          <p:nvPr/>
        </p:nvSpPr>
        <p:spPr>
          <a:xfrm rot="0">
            <a:off x="11893585" y="2500267"/>
            <a:ext cx="4982921" cy="731677"/>
          </a:xfrm>
          <a:prstGeom prst="rect">
            <a:avLst/>
          </a:prstGeom>
        </p:spPr>
        <p:txBody>
          <a:bodyPr anchor="t" rtlCol="false" tIns="0" lIns="0" bIns="0" rIns="0">
            <a:spAutoFit/>
          </a:bodyPr>
          <a:lstStyle/>
          <a:p>
            <a:pPr algn="l">
              <a:lnSpc>
                <a:spcPts val="5336"/>
              </a:lnSpc>
            </a:pPr>
            <a:r>
              <a:rPr lang="en-US" sz="4560" b="true">
                <a:solidFill>
                  <a:srgbClr val="1F2020"/>
                </a:solidFill>
                <a:latin typeface="Poppins Bold"/>
                <a:ea typeface="Poppins Bold"/>
                <a:cs typeface="Poppins Bold"/>
                <a:sym typeface="Poppins Bold"/>
              </a:rPr>
              <a:t>Menu Display</a:t>
            </a:r>
          </a:p>
        </p:txBody>
      </p:sp>
      <p:grpSp>
        <p:nvGrpSpPr>
          <p:cNvPr name="Group 51" id="51"/>
          <p:cNvGrpSpPr/>
          <p:nvPr/>
        </p:nvGrpSpPr>
        <p:grpSpPr>
          <a:xfrm rot="0">
            <a:off x="8724083" y="6925982"/>
            <a:ext cx="677751" cy="677751"/>
            <a:chOff x="0" y="0"/>
            <a:chExt cx="812800" cy="812800"/>
          </a:xfrm>
        </p:grpSpPr>
        <p:sp>
          <p:nvSpPr>
            <p:cNvPr name="Freeform 52" id="5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35ACF"/>
            </a:solidFill>
          </p:spPr>
        </p:sp>
        <p:sp>
          <p:nvSpPr>
            <p:cNvPr name="TextBox 53" id="53"/>
            <p:cNvSpPr txBox="true"/>
            <p:nvPr/>
          </p:nvSpPr>
          <p:spPr>
            <a:xfrm>
              <a:off x="76200" y="28575"/>
              <a:ext cx="660400" cy="708025"/>
            </a:xfrm>
            <a:prstGeom prst="rect">
              <a:avLst/>
            </a:prstGeom>
          </p:spPr>
          <p:txBody>
            <a:bodyPr anchor="ctr" rtlCol="false" tIns="50800" lIns="50800" bIns="50800" rIns="50800"/>
            <a:lstStyle/>
            <a:p>
              <a:pPr algn="ctr">
                <a:lnSpc>
                  <a:spcPts val="2239"/>
                </a:lnSpc>
              </a:pPr>
            </a:p>
          </p:txBody>
        </p:sp>
      </p:grpSp>
      <p:sp>
        <p:nvSpPr>
          <p:cNvPr name="TextBox 54" id="54"/>
          <p:cNvSpPr txBox="true"/>
          <p:nvPr/>
        </p:nvSpPr>
        <p:spPr>
          <a:xfrm rot="0">
            <a:off x="9671370" y="6906932"/>
            <a:ext cx="2243577" cy="1244977"/>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Lorem ipsum dolor sit amet, consectetur adipiscing elit, sed do eiusmod tempor incididunt ut labore et dolore magna aliqua. Ut enim ad minim veniam, quis nostrud</a:t>
            </a:r>
          </a:p>
        </p:txBody>
      </p:sp>
      <p:sp>
        <p:nvSpPr>
          <p:cNvPr name="TextBox 55" id="55"/>
          <p:cNvSpPr txBox="true"/>
          <p:nvPr/>
        </p:nvSpPr>
        <p:spPr>
          <a:xfrm rot="0">
            <a:off x="8814903" y="7101979"/>
            <a:ext cx="496110" cy="297180"/>
          </a:xfrm>
          <a:prstGeom prst="rect">
            <a:avLst/>
          </a:prstGeom>
        </p:spPr>
        <p:txBody>
          <a:bodyPr anchor="t" rtlCol="false" tIns="0" lIns="0" bIns="0" rIns="0">
            <a:spAutoFit/>
          </a:bodyPr>
          <a:lstStyle/>
          <a:p>
            <a:pPr algn="ctr">
              <a:lnSpc>
                <a:spcPts val="2519"/>
              </a:lnSpc>
              <a:spcBef>
                <a:spcPct val="0"/>
              </a:spcBef>
            </a:pPr>
            <a:r>
              <a:rPr lang="en-US" b="true" sz="1799">
                <a:solidFill>
                  <a:srgbClr val="FFFFFF"/>
                </a:solidFill>
                <a:latin typeface="Open Sans Bold"/>
                <a:ea typeface="Open Sans Bold"/>
                <a:cs typeface="Open Sans Bold"/>
                <a:sym typeface="Open Sans Bold"/>
              </a:rPr>
              <a:t>01</a:t>
            </a:r>
          </a:p>
        </p:txBody>
      </p:sp>
      <p:grpSp>
        <p:nvGrpSpPr>
          <p:cNvPr name="Group 56" id="56"/>
          <p:cNvGrpSpPr/>
          <p:nvPr/>
        </p:nvGrpSpPr>
        <p:grpSpPr>
          <a:xfrm rot="0">
            <a:off x="13031373" y="6925982"/>
            <a:ext cx="677751" cy="677751"/>
            <a:chOff x="0" y="0"/>
            <a:chExt cx="812800" cy="812800"/>
          </a:xfrm>
        </p:grpSpPr>
        <p:sp>
          <p:nvSpPr>
            <p:cNvPr name="Freeform 57" id="5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35ACF"/>
            </a:solidFill>
          </p:spPr>
        </p:sp>
        <p:sp>
          <p:nvSpPr>
            <p:cNvPr name="TextBox 58" id="58"/>
            <p:cNvSpPr txBox="true"/>
            <p:nvPr/>
          </p:nvSpPr>
          <p:spPr>
            <a:xfrm>
              <a:off x="76200" y="28575"/>
              <a:ext cx="660400" cy="708025"/>
            </a:xfrm>
            <a:prstGeom prst="rect">
              <a:avLst/>
            </a:prstGeom>
          </p:spPr>
          <p:txBody>
            <a:bodyPr anchor="ctr" rtlCol="false" tIns="50800" lIns="50800" bIns="50800" rIns="50800"/>
            <a:lstStyle/>
            <a:p>
              <a:pPr algn="ctr">
                <a:lnSpc>
                  <a:spcPts val="2239"/>
                </a:lnSpc>
              </a:pPr>
            </a:p>
          </p:txBody>
        </p:sp>
      </p:grpSp>
      <p:sp>
        <p:nvSpPr>
          <p:cNvPr name="TextBox 59" id="59"/>
          <p:cNvSpPr txBox="true"/>
          <p:nvPr/>
        </p:nvSpPr>
        <p:spPr>
          <a:xfrm rot="0">
            <a:off x="13978661" y="6906932"/>
            <a:ext cx="2243577" cy="1244977"/>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Lorem ipsum dolor sit amet, consectetur adipiscing elit, sed do eiusmod tempor incididunt ut labore et dolore magna aliqua. Ut enim ad minim veniam, quis nostrud</a:t>
            </a:r>
          </a:p>
        </p:txBody>
      </p:sp>
      <p:sp>
        <p:nvSpPr>
          <p:cNvPr name="TextBox 60" id="60"/>
          <p:cNvSpPr txBox="true"/>
          <p:nvPr/>
        </p:nvSpPr>
        <p:spPr>
          <a:xfrm rot="0">
            <a:off x="13122193" y="7101979"/>
            <a:ext cx="496110" cy="297180"/>
          </a:xfrm>
          <a:prstGeom prst="rect">
            <a:avLst/>
          </a:prstGeom>
        </p:spPr>
        <p:txBody>
          <a:bodyPr anchor="t" rtlCol="false" tIns="0" lIns="0" bIns="0" rIns="0">
            <a:spAutoFit/>
          </a:bodyPr>
          <a:lstStyle/>
          <a:p>
            <a:pPr algn="ctr">
              <a:lnSpc>
                <a:spcPts val="2519"/>
              </a:lnSpc>
              <a:spcBef>
                <a:spcPct val="0"/>
              </a:spcBef>
            </a:pPr>
            <a:r>
              <a:rPr lang="en-US" b="true" sz="1799">
                <a:solidFill>
                  <a:srgbClr val="FFFFFF"/>
                </a:solidFill>
                <a:latin typeface="Open Sans Bold"/>
                <a:ea typeface="Open Sans Bold"/>
                <a:cs typeface="Open Sans Bold"/>
                <a:sym typeface="Open Sans Bold"/>
              </a:rPr>
              <a:t>02</a:t>
            </a:r>
          </a:p>
        </p:txBody>
      </p:sp>
      <p:sp>
        <p:nvSpPr>
          <p:cNvPr name="TextBox 61" id="61"/>
          <p:cNvSpPr txBox="true"/>
          <p:nvPr/>
        </p:nvSpPr>
        <p:spPr>
          <a:xfrm rot="0">
            <a:off x="11893585" y="4203461"/>
            <a:ext cx="4328653" cy="1454378"/>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293116" y="565634"/>
            <a:ext cx="397367" cy="28996"/>
            <a:chOff x="0" y="0"/>
            <a:chExt cx="128243" cy="9358"/>
          </a:xfrm>
        </p:grpSpPr>
        <p:sp>
          <p:nvSpPr>
            <p:cNvPr name="Freeform 3" id="3"/>
            <p:cNvSpPr/>
            <p:nvPr/>
          </p:nvSpPr>
          <p:spPr>
            <a:xfrm flipH="false" flipV="false" rot="0">
              <a:off x="0" y="0"/>
              <a:ext cx="128243" cy="9358"/>
            </a:xfrm>
            <a:custGeom>
              <a:avLst/>
              <a:gdLst/>
              <a:ahLst/>
              <a:cxnLst/>
              <a:rect r="r" b="b" t="t" l="l"/>
              <a:pathLst>
                <a:path h="9358" w="128243">
                  <a:moveTo>
                    <a:pt x="0" y="0"/>
                  </a:moveTo>
                  <a:lnTo>
                    <a:pt x="128243" y="0"/>
                  </a:lnTo>
                  <a:lnTo>
                    <a:pt x="128243" y="9358"/>
                  </a:lnTo>
                  <a:lnTo>
                    <a:pt x="0" y="9358"/>
                  </a:lnTo>
                  <a:close/>
                </a:path>
              </a:pathLst>
            </a:custGeom>
            <a:solidFill>
              <a:srgbClr val="335ACF"/>
            </a:solidFill>
          </p:spPr>
        </p:sp>
        <p:sp>
          <p:nvSpPr>
            <p:cNvPr name="TextBox 4" id="4"/>
            <p:cNvSpPr txBox="true"/>
            <p:nvPr/>
          </p:nvSpPr>
          <p:spPr>
            <a:xfrm>
              <a:off x="0" y="-38100"/>
              <a:ext cx="128243" cy="47458"/>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7293116" y="657737"/>
            <a:ext cx="397367" cy="28996"/>
            <a:chOff x="0" y="0"/>
            <a:chExt cx="128243" cy="9358"/>
          </a:xfrm>
        </p:grpSpPr>
        <p:sp>
          <p:nvSpPr>
            <p:cNvPr name="Freeform 6" id="6"/>
            <p:cNvSpPr/>
            <p:nvPr/>
          </p:nvSpPr>
          <p:spPr>
            <a:xfrm flipH="false" flipV="false" rot="0">
              <a:off x="0" y="0"/>
              <a:ext cx="128243" cy="9358"/>
            </a:xfrm>
            <a:custGeom>
              <a:avLst/>
              <a:gdLst/>
              <a:ahLst/>
              <a:cxnLst/>
              <a:rect r="r" b="b" t="t" l="l"/>
              <a:pathLst>
                <a:path h="9358" w="128243">
                  <a:moveTo>
                    <a:pt x="0" y="0"/>
                  </a:moveTo>
                  <a:lnTo>
                    <a:pt x="128243" y="0"/>
                  </a:lnTo>
                  <a:lnTo>
                    <a:pt x="128243" y="9358"/>
                  </a:lnTo>
                  <a:lnTo>
                    <a:pt x="0" y="9358"/>
                  </a:lnTo>
                  <a:close/>
                </a:path>
              </a:pathLst>
            </a:custGeom>
            <a:solidFill>
              <a:srgbClr val="335ACF"/>
            </a:solidFill>
          </p:spPr>
        </p:sp>
        <p:sp>
          <p:nvSpPr>
            <p:cNvPr name="TextBox 7" id="7"/>
            <p:cNvSpPr txBox="true"/>
            <p:nvPr/>
          </p:nvSpPr>
          <p:spPr>
            <a:xfrm>
              <a:off x="0" y="-38100"/>
              <a:ext cx="128243" cy="47458"/>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false" flipV="false" rot="0">
            <a:off x="673429" y="486649"/>
            <a:ext cx="274427" cy="260019"/>
          </a:xfrm>
          <a:custGeom>
            <a:avLst/>
            <a:gdLst/>
            <a:ahLst/>
            <a:cxnLst/>
            <a:rect r="r" b="b" t="t" l="l"/>
            <a:pathLst>
              <a:path h="260019" w="274427">
                <a:moveTo>
                  <a:pt x="0" y="0"/>
                </a:moveTo>
                <a:lnTo>
                  <a:pt x="274427" y="0"/>
                </a:lnTo>
                <a:lnTo>
                  <a:pt x="274427" y="260020"/>
                </a:lnTo>
                <a:lnTo>
                  <a:pt x="0" y="26002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9" id="9"/>
          <p:cNvGrpSpPr/>
          <p:nvPr/>
        </p:nvGrpSpPr>
        <p:grpSpPr>
          <a:xfrm rot="0">
            <a:off x="18177932" y="8597752"/>
            <a:ext cx="110068" cy="660548"/>
            <a:chOff x="0" y="0"/>
            <a:chExt cx="28989" cy="173972"/>
          </a:xfrm>
        </p:grpSpPr>
        <p:sp>
          <p:nvSpPr>
            <p:cNvPr name="Freeform 10" id="10"/>
            <p:cNvSpPr/>
            <p:nvPr/>
          </p:nvSpPr>
          <p:spPr>
            <a:xfrm flipH="false" flipV="false" rot="0">
              <a:off x="0" y="0"/>
              <a:ext cx="28989" cy="173972"/>
            </a:xfrm>
            <a:custGeom>
              <a:avLst/>
              <a:gdLst/>
              <a:ahLst/>
              <a:cxnLst/>
              <a:rect r="r" b="b" t="t" l="l"/>
              <a:pathLst>
                <a:path h="173972" w="28989">
                  <a:moveTo>
                    <a:pt x="0" y="0"/>
                  </a:moveTo>
                  <a:lnTo>
                    <a:pt x="28989" y="0"/>
                  </a:lnTo>
                  <a:lnTo>
                    <a:pt x="28989" y="173972"/>
                  </a:lnTo>
                  <a:lnTo>
                    <a:pt x="0" y="173972"/>
                  </a:lnTo>
                  <a:close/>
                </a:path>
              </a:pathLst>
            </a:custGeom>
            <a:solidFill>
              <a:srgbClr val="335ACF"/>
            </a:solidFill>
          </p:spPr>
        </p:sp>
        <p:sp>
          <p:nvSpPr>
            <p:cNvPr name="TextBox 11" id="11"/>
            <p:cNvSpPr txBox="true"/>
            <p:nvPr/>
          </p:nvSpPr>
          <p:spPr>
            <a:xfrm>
              <a:off x="0" y="-38100"/>
              <a:ext cx="28989" cy="212072"/>
            </a:xfrm>
            <a:prstGeom prst="rect">
              <a:avLst/>
            </a:prstGeom>
          </p:spPr>
          <p:txBody>
            <a:bodyPr anchor="ctr" rtlCol="false" tIns="50800" lIns="50800" bIns="50800" rIns="50800"/>
            <a:lstStyle/>
            <a:p>
              <a:pPr algn="ctr">
                <a:lnSpc>
                  <a:spcPts val="2659"/>
                </a:lnSpc>
              </a:pPr>
            </a:p>
          </p:txBody>
        </p:sp>
      </p:grpSp>
      <p:grpSp>
        <p:nvGrpSpPr>
          <p:cNvPr name="Group 12" id="12"/>
          <p:cNvGrpSpPr>
            <a:grpSpLocks noChangeAspect="true"/>
          </p:cNvGrpSpPr>
          <p:nvPr/>
        </p:nvGrpSpPr>
        <p:grpSpPr>
          <a:xfrm rot="0">
            <a:off x="13062519" y="1736008"/>
            <a:ext cx="3444222" cy="6814984"/>
            <a:chOff x="0" y="0"/>
            <a:chExt cx="2620010" cy="5184140"/>
          </a:xfrm>
        </p:grpSpPr>
        <p:sp>
          <p:nvSpPr>
            <p:cNvPr name="Freeform 13" id="13"/>
            <p:cNvSpPr/>
            <p:nvPr/>
          </p:nvSpPr>
          <p:spPr>
            <a:xfrm flipH="false" flipV="false" rot="0">
              <a:off x="53340" y="25400"/>
              <a:ext cx="2513330" cy="5132070"/>
            </a:xfrm>
            <a:custGeom>
              <a:avLst/>
              <a:gdLst/>
              <a:ahLst/>
              <a:cxnLst/>
              <a:rect r="r" b="b" t="t" l="l"/>
              <a:pathLst>
                <a:path h="5132070" w="251333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sp>
        <p:sp>
          <p:nvSpPr>
            <p:cNvPr name="Freeform 14" id="14"/>
            <p:cNvSpPr/>
            <p:nvPr/>
          </p:nvSpPr>
          <p:spPr>
            <a:xfrm flipH="false" flipV="false" rot="0">
              <a:off x="185420" y="156210"/>
              <a:ext cx="2250453" cy="4876800"/>
            </a:xfrm>
            <a:custGeom>
              <a:avLst/>
              <a:gdLst/>
              <a:ahLst/>
              <a:cxnLst/>
              <a:rect r="r" b="b" t="t" l="l"/>
              <a:pathLst>
                <a:path h="4876800" w="2250453">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a:blip r:embed="rId4"/>
              <a:stretch>
                <a:fillRect l="-58351" t="0" r="-58351" b="0"/>
              </a:stretch>
            </a:blipFill>
          </p:spPr>
        </p:sp>
        <p:sp>
          <p:nvSpPr>
            <p:cNvPr name="Freeform 15" id="15"/>
            <p:cNvSpPr/>
            <p:nvPr/>
          </p:nvSpPr>
          <p:spPr>
            <a:xfrm flipH="false" flipV="false" rot="0">
              <a:off x="1121410" y="198120"/>
              <a:ext cx="347980" cy="43180"/>
            </a:xfrm>
            <a:custGeom>
              <a:avLst/>
              <a:gdLst/>
              <a:ahLst/>
              <a:cxnLst/>
              <a:rect r="r" b="b" t="t" l="l"/>
              <a:pathLst>
                <a:path h="43180" w="3479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606060"/>
            </a:solidFill>
          </p:spPr>
        </p:sp>
        <p:sp>
          <p:nvSpPr>
            <p:cNvPr name="Freeform 16" id="16"/>
            <p:cNvSpPr/>
            <p:nvPr/>
          </p:nvSpPr>
          <p:spPr>
            <a:xfrm flipH="false" flipV="false" rot="0">
              <a:off x="1579738" y="187960"/>
              <a:ext cx="63785" cy="63501"/>
            </a:xfrm>
            <a:custGeom>
              <a:avLst/>
              <a:gdLst/>
              <a:ahLst/>
              <a:cxnLst/>
              <a:rect r="r" b="b" t="t" l="l"/>
              <a:pathLst>
                <a:path h="63501" w="63785">
                  <a:moveTo>
                    <a:pt x="31892" y="0"/>
                  </a:moveTo>
                  <a:cubicBezTo>
                    <a:pt x="20515" y="-51"/>
                    <a:pt x="9980" y="5989"/>
                    <a:pt x="4277" y="15834"/>
                  </a:cubicBezTo>
                  <a:cubicBezTo>
                    <a:pt x="-1426" y="25678"/>
                    <a:pt x="-1426" y="37822"/>
                    <a:pt x="4277" y="47666"/>
                  </a:cubicBezTo>
                  <a:cubicBezTo>
                    <a:pt x="9980" y="57511"/>
                    <a:pt x="20515" y="63551"/>
                    <a:pt x="31892" y="63500"/>
                  </a:cubicBezTo>
                  <a:cubicBezTo>
                    <a:pt x="43269" y="63551"/>
                    <a:pt x="53804" y="57511"/>
                    <a:pt x="59507" y="47666"/>
                  </a:cubicBezTo>
                  <a:cubicBezTo>
                    <a:pt x="65210" y="37822"/>
                    <a:pt x="65210" y="25678"/>
                    <a:pt x="59507" y="15834"/>
                  </a:cubicBezTo>
                  <a:cubicBezTo>
                    <a:pt x="53804" y="5989"/>
                    <a:pt x="43269" y="-51"/>
                    <a:pt x="31892" y="0"/>
                  </a:cubicBezTo>
                  <a:close/>
                </a:path>
              </a:pathLst>
            </a:custGeom>
            <a:solidFill>
              <a:srgbClr val="606060"/>
            </a:solidFill>
          </p:spPr>
        </p:sp>
        <p:sp>
          <p:nvSpPr>
            <p:cNvPr name="Freeform 17" id="17"/>
            <p:cNvSpPr/>
            <p:nvPr/>
          </p:nvSpPr>
          <p:spPr>
            <a:xfrm flipH="false" flipV="false" rot="0">
              <a:off x="0" y="685800"/>
              <a:ext cx="27940" cy="213360"/>
            </a:xfrm>
            <a:custGeom>
              <a:avLst/>
              <a:gdLst/>
              <a:ahLst/>
              <a:cxnLst/>
              <a:rect r="r" b="b" t="t" l="l"/>
              <a:pathLst>
                <a:path h="213360" w="2794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B8B8B8"/>
            </a:solidFill>
          </p:spPr>
        </p:sp>
        <p:sp>
          <p:nvSpPr>
            <p:cNvPr name="Freeform 18" id="18"/>
            <p:cNvSpPr/>
            <p:nvPr/>
          </p:nvSpPr>
          <p:spPr>
            <a:xfrm flipH="false" flipV="false" rot="0">
              <a:off x="0" y="1057910"/>
              <a:ext cx="27940" cy="384810"/>
            </a:xfrm>
            <a:custGeom>
              <a:avLst/>
              <a:gdLst/>
              <a:ahLst/>
              <a:cxnLst/>
              <a:rect r="r" b="b" t="t" l="l"/>
              <a:pathLst>
                <a:path h="384810" w="2794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B8B8B8"/>
            </a:solidFill>
          </p:spPr>
        </p:sp>
        <p:sp>
          <p:nvSpPr>
            <p:cNvPr name="Freeform 19" id="19"/>
            <p:cNvSpPr/>
            <p:nvPr/>
          </p:nvSpPr>
          <p:spPr>
            <a:xfrm flipH="false" flipV="false" rot="0">
              <a:off x="0" y="1526540"/>
              <a:ext cx="27940" cy="386080"/>
            </a:xfrm>
            <a:custGeom>
              <a:avLst/>
              <a:gdLst/>
              <a:ahLst/>
              <a:cxnLst/>
              <a:rect r="r" b="b" t="t" l="l"/>
              <a:pathLst>
                <a:path h="386080" w="2794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B8B8B8"/>
            </a:solidFill>
          </p:spPr>
        </p:sp>
        <p:sp>
          <p:nvSpPr>
            <p:cNvPr name="Freeform 20" id="20"/>
            <p:cNvSpPr/>
            <p:nvPr/>
          </p:nvSpPr>
          <p:spPr>
            <a:xfrm flipH="false" flipV="false" rot="0">
              <a:off x="2592070" y="1184910"/>
              <a:ext cx="27940" cy="618490"/>
            </a:xfrm>
            <a:custGeom>
              <a:avLst/>
              <a:gdLst/>
              <a:ahLst/>
              <a:cxnLst/>
              <a:rect r="r" b="b" t="t" l="l"/>
              <a:pathLst>
                <a:path h="618490" w="2794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B8B8B8"/>
            </a:solidFill>
          </p:spPr>
        </p:sp>
        <p:sp>
          <p:nvSpPr>
            <p:cNvPr name="Freeform 21" id="21"/>
            <p:cNvSpPr/>
            <p:nvPr/>
          </p:nvSpPr>
          <p:spPr>
            <a:xfrm flipH="false" flipV="false" rot="0">
              <a:off x="27940" y="0"/>
              <a:ext cx="2564130" cy="5182870"/>
            </a:xfrm>
            <a:custGeom>
              <a:avLst/>
              <a:gdLst/>
              <a:ahLst/>
              <a:cxnLst/>
              <a:rect r="r" b="b" t="t" l="l"/>
              <a:pathLst>
                <a:path h="5182870" w="256413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E9E9E9"/>
            </a:solidFill>
          </p:spPr>
        </p:sp>
      </p:grpSp>
      <p:sp>
        <p:nvSpPr>
          <p:cNvPr name="TextBox 22" id="22"/>
          <p:cNvSpPr txBox="true"/>
          <p:nvPr/>
        </p:nvSpPr>
        <p:spPr>
          <a:xfrm rot="0">
            <a:off x="1039108" y="517674"/>
            <a:ext cx="1547756"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Studio Shodwe</a:t>
            </a:r>
          </a:p>
        </p:txBody>
      </p:sp>
      <p:sp>
        <p:nvSpPr>
          <p:cNvPr name="TextBox 23" id="23"/>
          <p:cNvSpPr txBox="true"/>
          <p:nvPr/>
        </p:nvSpPr>
        <p:spPr>
          <a:xfrm rot="0">
            <a:off x="15940842" y="517674"/>
            <a:ext cx="978460"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Contact</a:t>
            </a:r>
          </a:p>
        </p:txBody>
      </p:sp>
      <p:sp>
        <p:nvSpPr>
          <p:cNvPr name="TextBox 24" id="24"/>
          <p:cNvSpPr txBox="true"/>
          <p:nvPr/>
        </p:nvSpPr>
        <p:spPr>
          <a:xfrm rot="0">
            <a:off x="14385046" y="517674"/>
            <a:ext cx="1060497"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About Us</a:t>
            </a:r>
          </a:p>
        </p:txBody>
      </p:sp>
      <p:sp>
        <p:nvSpPr>
          <p:cNvPr name="TextBox 25" id="25"/>
          <p:cNvSpPr txBox="true"/>
          <p:nvPr/>
        </p:nvSpPr>
        <p:spPr>
          <a:xfrm rot="0">
            <a:off x="13154289" y="517674"/>
            <a:ext cx="735456"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Photo</a:t>
            </a:r>
          </a:p>
        </p:txBody>
      </p:sp>
      <p:sp>
        <p:nvSpPr>
          <p:cNvPr name="TextBox 26" id="26"/>
          <p:cNvSpPr txBox="true"/>
          <p:nvPr/>
        </p:nvSpPr>
        <p:spPr>
          <a:xfrm rot="0">
            <a:off x="11898530" y="517674"/>
            <a:ext cx="809760"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Home</a:t>
            </a:r>
          </a:p>
        </p:txBody>
      </p:sp>
      <p:grpSp>
        <p:nvGrpSpPr>
          <p:cNvPr name="Group 27" id="27"/>
          <p:cNvGrpSpPr/>
          <p:nvPr/>
        </p:nvGrpSpPr>
        <p:grpSpPr>
          <a:xfrm rot="0">
            <a:off x="2070960" y="3029716"/>
            <a:ext cx="1042538" cy="47625"/>
            <a:chOff x="0" y="0"/>
            <a:chExt cx="274578" cy="12543"/>
          </a:xfrm>
        </p:grpSpPr>
        <p:sp>
          <p:nvSpPr>
            <p:cNvPr name="Freeform 28" id="28"/>
            <p:cNvSpPr/>
            <p:nvPr/>
          </p:nvSpPr>
          <p:spPr>
            <a:xfrm flipH="false" flipV="false" rot="0">
              <a:off x="0" y="0"/>
              <a:ext cx="274578" cy="12543"/>
            </a:xfrm>
            <a:custGeom>
              <a:avLst/>
              <a:gdLst/>
              <a:ahLst/>
              <a:cxnLst/>
              <a:rect r="r" b="b" t="t" l="l"/>
              <a:pathLst>
                <a:path h="12543" w="274578">
                  <a:moveTo>
                    <a:pt x="6272" y="0"/>
                  </a:moveTo>
                  <a:lnTo>
                    <a:pt x="268306" y="0"/>
                  </a:lnTo>
                  <a:cubicBezTo>
                    <a:pt x="269970" y="0"/>
                    <a:pt x="271565" y="661"/>
                    <a:pt x="272741" y="1837"/>
                  </a:cubicBezTo>
                  <a:cubicBezTo>
                    <a:pt x="273917" y="3013"/>
                    <a:pt x="274578" y="4608"/>
                    <a:pt x="274578" y="6272"/>
                  </a:cubicBezTo>
                  <a:lnTo>
                    <a:pt x="274578" y="6272"/>
                  </a:lnTo>
                  <a:cubicBezTo>
                    <a:pt x="274578" y="7935"/>
                    <a:pt x="273917" y="9530"/>
                    <a:pt x="272741" y="10706"/>
                  </a:cubicBezTo>
                  <a:cubicBezTo>
                    <a:pt x="271565" y="11882"/>
                    <a:pt x="269970" y="12543"/>
                    <a:pt x="268306" y="12543"/>
                  </a:cubicBezTo>
                  <a:lnTo>
                    <a:pt x="6272" y="12543"/>
                  </a:lnTo>
                  <a:cubicBezTo>
                    <a:pt x="4608" y="12543"/>
                    <a:pt x="3013" y="11882"/>
                    <a:pt x="1837" y="10706"/>
                  </a:cubicBezTo>
                  <a:cubicBezTo>
                    <a:pt x="661" y="9530"/>
                    <a:pt x="0" y="7935"/>
                    <a:pt x="0" y="6272"/>
                  </a:cubicBezTo>
                  <a:lnTo>
                    <a:pt x="0" y="6272"/>
                  </a:lnTo>
                  <a:cubicBezTo>
                    <a:pt x="0" y="4608"/>
                    <a:pt x="661" y="3013"/>
                    <a:pt x="1837" y="1837"/>
                  </a:cubicBezTo>
                  <a:cubicBezTo>
                    <a:pt x="3013" y="661"/>
                    <a:pt x="4608" y="0"/>
                    <a:pt x="6272" y="0"/>
                  </a:cubicBezTo>
                  <a:close/>
                </a:path>
              </a:pathLst>
            </a:custGeom>
            <a:solidFill>
              <a:srgbClr val="335ACF"/>
            </a:solidFill>
          </p:spPr>
        </p:sp>
        <p:sp>
          <p:nvSpPr>
            <p:cNvPr name="TextBox 29" id="29"/>
            <p:cNvSpPr txBox="true"/>
            <p:nvPr/>
          </p:nvSpPr>
          <p:spPr>
            <a:xfrm>
              <a:off x="0" y="-38100"/>
              <a:ext cx="274578" cy="50643"/>
            </a:xfrm>
            <a:prstGeom prst="rect">
              <a:avLst/>
            </a:prstGeom>
          </p:spPr>
          <p:txBody>
            <a:bodyPr anchor="ctr" rtlCol="false" tIns="50800" lIns="50800" bIns="50800" rIns="50800"/>
            <a:lstStyle/>
            <a:p>
              <a:pPr algn="ctr">
                <a:lnSpc>
                  <a:spcPts val="2659"/>
                </a:lnSpc>
              </a:pPr>
            </a:p>
          </p:txBody>
        </p:sp>
      </p:grpSp>
      <p:sp>
        <p:nvSpPr>
          <p:cNvPr name="TextBox 30" id="30"/>
          <p:cNvSpPr txBox="true"/>
          <p:nvPr/>
        </p:nvSpPr>
        <p:spPr>
          <a:xfrm rot="0">
            <a:off x="2070960" y="2139014"/>
            <a:ext cx="6840791" cy="731677"/>
          </a:xfrm>
          <a:prstGeom prst="rect">
            <a:avLst/>
          </a:prstGeom>
        </p:spPr>
        <p:txBody>
          <a:bodyPr anchor="t" rtlCol="false" tIns="0" lIns="0" bIns="0" rIns="0">
            <a:spAutoFit/>
          </a:bodyPr>
          <a:lstStyle/>
          <a:p>
            <a:pPr algn="l">
              <a:lnSpc>
                <a:spcPts val="5336"/>
              </a:lnSpc>
            </a:pPr>
            <a:r>
              <a:rPr lang="en-US" sz="4560" b="true">
                <a:solidFill>
                  <a:srgbClr val="1F2020"/>
                </a:solidFill>
                <a:latin typeface="Poppins Bold"/>
                <a:ea typeface="Poppins Bold"/>
                <a:cs typeface="Poppins Bold"/>
                <a:sym typeface="Poppins Bold"/>
              </a:rPr>
              <a:t>Application Service</a:t>
            </a:r>
          </a:p>
        </p:txBody>
      </p:sp>
      <p:grpSp>
        <p:nvGrpSpPr>
          <p:cNvPr name="Group 31" id="31"/>
          <p:cNvGrpSpPr/>
          <p:nvPr/>
        </p:nvGrpSpPr>
        <p:grpSpPr>
          <a:xfrm rot="0">
            <a:off x="2070960" y="3873661"/>
            <a:ext cx="4677331" cy="4677331"/>
            <a:chOff x="0" y="0"/>
            <a:chExt cx="812800" cy="812800"/>
          </a:xfrm>
        </p:grpSpPr>
        <p:sp>
          <p:nvSpPr>
            <p:cNvPr name="Freeform 32" id="32"/>
            <p:cNvSpPr/>
            <p:nvPr/>
          </p:nvSpPr>
          <p:spPr>
            <a:xfrm flipH="false" flipV="false" rot="0">
              <a:off x="0" y="0"/>
              <a:ext cx="812800" cy="812800"/>
            </a:xfrm>
            <a:custGeom>
              <a:avLst/>
              <a:gdLst/>
              <a:ahLst/>
              <a:cxnLst/>
              <a:rect r="r" b="b" t="t" l="l"/>
              <a:pathLst>
                <a:path h="812800" w="812800">
                  <a:moveTo>
                    <a:pt x="44690" y="0"/>
                  </a:moveTo>
                  <a:lnTo>
                    <a:pt x="768110" y="0"/>
                  </a:lnTo>
                  <a:cubicBezTo>
                    <a:pt x="779962" y="0"/>
                    <a:pt x="791329" y="4708"/>
                    <a:pt x="799710" y="13090"/>
                  </a:cubicBezTo>
                  <a:cubicBezTo>
                    <a:pt x="808092" y="21471"/>
                    <a:pt x="812800" y="32838"/>
                    <a:pt x="812800" y="44690"/>
                  </a:cubicBezTo>
                  <a:lnTo>
                    <a:pt x="812800" y="768110"/>
                  </a:lnTo>
                  <a:cubicBezTo>
                    <a:pt x="812800" y="779962"/>
                    <a:pt x="808092" y="791329"/>
                    <a:pt x="799710" y="799710"/>
                  </a:cubicBezTo>
                  <a:cubicBezTo>
                    <a:pt x="791329" y="808092"/>
                    <a:pt x="779962" y="812800"/>
                    <a:pt x="768110" y="812800"/>
                  </a:cubicBezTo>
                  <a:lnTo>
                    <a:pt x="44690" y="812800"/>
                  </a:lnTo>
                  <a:cubicBezTo>
                    <a:pt x="32838" y="812800"/>
                    <a:pt x="21471" y="808092"/>
                    <a:pt x="13090" y="799710"/>
                  </a:cubicBezTo>
                  <a:cubicBezTo>
                    <a:pt x="4708" y="791329"/>
                    <a:pt x="0" y="779962"/>
                    <a:pt x="0" y="768110"/>
                  </a:cubicBezTo>
                  <a:lnTo>
                    <a:pt x="0" y="44690"/>
                  </a:lnTo>
                  <a:cubicBezTo>
                    <a:pt x="0" y="32838"/>
                    <a:pt x="4708" y="21471"/>
                    <a:pt x="13090" y="13090"/>
                  </a:cubicBezTo>
                  <a:cubicBezTo>
                    <a:pt x="21471" y="4708"/>
                    <a:pt x="32838" y="0"/>
                    <a:pt x="44690" y="0"/>
                  </a:cubicBezTo>
                  <a:close/>
                </a:path>
              </a:pathLst>
            </a:custGeom>
            <a:solidFill>
              <a:srgbClr val="F8F8F8"/>
            </a:solidFill>
          </p:spPr>
        </p:sp>
        <p:sp>
          <p:nvSpPr>
            <p:cNvPr name="TextBox 33" id="33"/>
            <p:cNvSpPr txBox="true"/>
            <p:nvPr/>
          </p:nvSpPr>
          <p:spPr>
            <a:xfrm>
              <a:off x="0" y="-47625"/>
              <a:ext cx="812800" cy="860425"/>
            </a:xfrm>
            <a:prstGeom prst="rect">
              <a:avLst/>
            </a:prstGeom>
          </p:spPr>
          <p:txBody>
            <a:bodyPr anchor="ctr" rtlCol="false" tIns="50800" lIns="50800" bIns="50800" rIns="50800"/>
            <a:lstStyle/>
            <a:p>
              <a:pPr algn="ctr">
                <a:lnSpc>
                  <a:spcPts val="2239"/>
                </a:lnSpc>
              </a:pPr>
            </a:p>
          </p:txBody>
        </p:sp>
      </p:grpSp>
      <p:grpSp>
        <p:nvGrpSpPr>
          <p:cNvPr name="Group 34" id="34"/>
          <p:cNvGrpSpPr/>
          <p:nvPr/>
        </p:nvGrpSpPr>
        <p:grpSpPr>
          <a:xfrm rot="0">
            <a:off x="7280288" y="3873661"/>
            <a:ext cx="4677331" cy="4677331"/>
            <a:chOff x="0" y="0"/>
            <a:chExt cx="812800" cy="812800"/>
          </a:xfrm>
        </p:grpSpPr>
        <p:sp>
          <p:nvSpPr>
            <p:cNvPr name="Freeform 35" id="35"/>
            <p:cNvSpPr/>
            <p:nvPr/>
          </p:nvSpPr>
          <p:spPr>
            <a:xfrm flipH="false" flipV="false" rot="0">
              <a:off x="0" y="0"/>
              <a:ext cx="812800" cy="812800"/>
            </a:xfrm>
            <a:custGeom>
              <a:avLst/>
              <a:gdLst/>
              <a:ahLst/>
              <a:cxnLst/>
              <a:rect r="r" b="b" t="t" l="l"/>
              <a:pathLst>
                <a:path h="812800" w="812800">
                  <a:moveTo>
                    <a:pt x="44690" y="0"/>
                  </a:moveTo>
                  <a:lnTo>
                    <a:pt x="768110" y="0"/>
                  </a:lnTo>
                  <a:cubicBezTo>
                    <a:pt x="779962" y="0"/>
                    <a:pt x="791329" y="4708"/>
                    <a:pt x="799710" y="13090"/>
                  </a:cubicBezTo>
                  <a:cubicBezTo>
                    <a:pt x="808092" y="21471"/>
                    <a:pt x="812800" y="32838"/>
                    <a:pt x="812800" y="44690"/>
                  </a:cubicBezTo>
                  <a:lnTo>
                    <a:pt x="812800" y="768110"/>
                  </a:lnTo>
                  <a:cubicBezTo>
                    <a:pt x="812800" y="779962"/>
                    <a:pt x="808092" y="791329"/>
                    <a:pt x="799710" y="799710"/>
                  </a:cubicBezTo>
                  <a:cubicBezTo>
                    <a:pt x="791329" y="808092"/>
                    <a:pt x="779962" y="812800"/>
                    <a:pt x="768110" y="812800"/>
                  </a:cubicBezTo>
                  <a:lnTo>
                    <a:pt x="44690" y="812800"/>
                  </a:lnTo>
                  <a:cubicBezTo>
                    <a:pt x="32838" y="812800"/>
                    <a:pt x="21471" y="808092"/>
                    <a:pt x="13090" y="799710"/>
                  </a:cubicBezTo>
                  <a:cubicBezTo>
                    <a:pt x="4708" y="791329"/>
                    <a:pt x="0" y="779962"/>
                    <a:pt x="0" y="768110"/>
                  </a:cubicBezTo>
                  <a:lnTo>
                    <a:pt x="0" y="44690"/>
                  </a:lnTo>
                  <a:cubicBezTo>
                    <a:pt x="0" y="32838"/>
                    <a:pt x="4708" y="21471"/>
                    <a:pt x="13090" y="13090"/>
                  </a:cubicBezTo>
                  <a:cubicBezTo>
                    <a:pt x="21471" y="4708"/>
                    <a:pt x="32838" y="0"/>
                    <a:pt x="44690" y="0"/>
                  </a:cubicBezTo>
                  <a:close/>
                </a:path>
              </a:pathLst>
            </a:custGeom>
            <a:solidFill>
              <a:srgbClr val="335ACF"/>
            </a:solidFill>
          </p:spPr>
        </p:sp>
        <p:sp>
          <p:nvSpPr>
            <p:cNvPr name="TextBox 36" id="36"/>
            <p:cNvSpPr txBox="true"/>
            <p:nvPr/>
          </p:nvSpPr>
          <p:spPr>
            <a:xfrm>
              <a:off x="0" y="-47625"/>
              <a:ext cx="812800" cy="860425"/>
            </a:xfrm>
            <a:prstGeom prst="rect">
              <a:avLst/>
            </a:prstGeom>
          </p:spPr>
          <p:txBody>
            <a:bodyPr anchor="ctr" rtlCol="false" tIns="50800" lIns="50800" bIns="50800" rIns="50800"/>
            <a:lstStyle/>
            <a:p>
              <a:pPr algn="ctr">
                <a:lnSpc>
                  <a:spcPts val="2239"/>
                </a:lnSpc>
              </a:pPr>
            </a:p>
          </p:txBody>
        </p:sp>
      </p:grpSp>
      <p:grpSp>
        <p:nvGrpSpPr>
          <p:cNvPr name="Group 37" id="37"/>
          <p:cNvGrpSpPr/>
          <p:nvPr/>
        </p:nvGrpSpPr>
        <p:grpSpPr>
          <a:xfrm rot="0">
            <a:off x="2985164" y="4635387"/>
            <a:ext cx="1121789" cy="1121789"/>
            <a:chOff x="0" y="0"/>
            <a:chExt cx="812800" cy="812800"/>
          </a:xfrm>
        </p:grpSpPr>
        <p:sp>
          <p:nvSpPr>
            <p:cNvPr name="Freeform 38" id="3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35ACF"/>
            </a:solidFill>
          </p:spPr>
        </p:sp>
        <p:sp>
          <p:nvSpPr>
            <p:cNvPr name="TextBox 39" id="39"/>
            <p:cNvSpPr txBox="true"/>
            <p:nvPr/>
          </p:nvSpPr>
          <p:spPr>
            <a:xfrm>
              <a:off x="76200" y="28575"/>
              <a:ext cx="660400" cy="708025"/>
            </a:xfrm>
            <a:prstGeom prst="rect">
              <a:avLst/>
            </a:prstGeom>
          </p:spPr>
          <p:txBody>
            <a:bodyPr anchor="ctr" rtlCol="false" tIns="50800" lIns="50800" bIns="50800" rIns="50800"/>
            <a:lstStyle/>
            <a:p>
              <a:pPr algn="ctr">
                <a:lnSpc>
                  <a:spcPts val="2239"/>
                </a:lnSpc>
              </a:pPr>
            </a:p>
          </p:txBody>
        </p:sp>
      </p:grpSp>
      <p:sp>
        <p:nvSpPr>
          <p:cNvPr name="Freeform 40" id="40"/>
          <p:cNvSpPr/>
          <p:nvPr/>
        </p:nvSpPr>
        <p:spPr>
          <a:xfrm flipH="false" flipV="false" rot="0">
            <a:off x="4119513" y="7656187"/>
            <a:ext cx="247059" cy="130941"/>
          </a:xfrm>
          <a:custGeom>
            <a:avLst/>
            <a:gdLst/>
            <a:ahLst/>
            <a:cxnLst/>
            <a:rect r="r" b="b" t="t" l="l"/>
            <a:pathLst>
              <a:path h="130941" w="247059">
                <a:moveTo>
                  <a:pt x="0" y="0"/>
                </a:moveTo>
                <a:lnTo>
                  <a:pt x="247059" y="0"/>
                </a:lnTo>
                <a:lnTo>
                  <a:pt x="247059" y="130941"/>
                </a:lnTo>
                <a:lnTo>
                  <a:pt x="0" y="13094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41" id="41"/>
          <p:cNvGrpSpPr/>
          <p:nvPr/>
        </p:nvGrpSpPr>
        <p:grpSpPr>
          <a:xfrm rot="0">
            <a:off x="8194492" y="4635387"/>
            <a:ext cx="1121789" cy="1121789"/>
            <a:chOff x="0" y="0"/>
            <a:chExt cx="812800" cy="812800"/>
          </a:xfrm>
        </p:grpSpPr>
        <p:sp>
          <p:nvSpPr>
            <p:cNvPr name="Freeform 42" id="4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43" id="43"/>
            <p:cNvSpPr txBox="true"/>
            <p:nvPr/>
          </p:nvSpPr>
          <p:spPr>
            <a:xfrm>
              <a:off x="76200" y="28575"/>
              <a:ext cx="660400" cy="708025"/>
            </a:xfrm>
            <a:prstGeom prst="rect">
              <a:avLst/>
            </a:prstGeom>
          </p:spPr>
          <p:txBody>
            <a:bodyPr anchor="ctr" rtlCol="false" tIns="50800" lIns="50800" bIns="50800" rIns="50800"/>
            <a:lstStyle/>
            <a:p>
              <a:pPr algn="ctr">
                <a:lnSpc>
                  <a:spcPts val="2239"/>
                </a:lnSpc>
              </a:pPr>
            </a:p>
          </p:txBody>
        </p:sp>
      </p:grpSp>
      <p:sp>
        <p:nvSpPr>
          <p:cNvPr name="Freeform 44" id="44"/>
          <p:cNvSpPr/>
          <p:nvPr/>
        </p:nvSpPr>
        <p:spPr>
          <a:xfrm flipH="false" flipV="false" rot="0">
            <a:off x="9328841" y="7656187"/>
            <a:ext cx="247059" cy="130941"/>
          </a:xfrm>
          <a:custGeom>
            <a:avLst/>
            <a:gdLst/>
            <a:ahLst/>
            <a:cxnLst/>
            <a:rect r="r" b="b" t="t" l="l"/>
            <a:pathLst>
              <a:path h="130941" w="247059">
                <a:moveTo>
                  <a:pt x="0" y="0"/>
                </a:moveTo>
                <a:lnTo>
                  <a:pt x="247059" y="0"/>
                </a:lnTo>
                <a:lnTo>
                  <a:pt x="247059" y="130941"/>
                </a:lnTo>
                <a:lnTo>
                  <a:pt x="0" y="130941"/>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45" id="45"/>
          <p:cNvSpPr/>
          <p:nvPr/>
        </p:nvSpPr>
        <p:spPr>
          <a:xfrm flipH="false" flipV="false" rot="0">
            <a:off x="3333486" y="4983710"/>
            <a:ext cx="425144" cy="425144"/>
          </a:xfrm>
          <a:custGeom>
            <a:avLst/>
            <a:gdLst/>
            <a:ahLst/>
            <a:cxnLst/>
            <a:rect r="r" b="b" t="t" l="l"/>
            <a:pathLst>
              <a:path h="425144" w="425144">
                <a:moveTo>
                  <a:pt x="0" y="0"/>
                </a:moveTo>
                <a:lnTo>
                  <a:pt x="425144" y="0"/>
                </a:lnTo>
                <a:lnTo>
                  <a:pt x="425144" y="425144"/>
                </a:lnTo>
                <a:lnTo>
                  <a:pt x="0" y="425144"/>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46" id="46"/>
          <p:cNvSpPr/>
          <p:nvPr/>
        </p:nvSpPr>
        <p:spPr>
          <a:xfrm flipH="false" flipV="false" rot="0">
            <a:off x="8498431" y="4983710"/>
            <a:ext cx="513910" cy="425144"/>
          </a:xfrm>
          <a:custGeom>
            <a:avLst/>
            <a:gdLst/>
            <a:ahLst/>
            <a:cxnLst/>
            <a:rect r="r" b="b" t="t" l="l"/>
            <a:pathLst>
              <a:path h="425144" w="513910">
                <a:moveTo>
                  <a:pt x="0" y="0"/>
                </a:moveTo>
                <a:lnTo>
                  <a:pt x="513910" y="0"/>
                </a:lnTo>
                <a:lnTo>
                  <a:pt x="513910" y="425144"/>
                </a:lnTo>
                <a:lnTo>
                  <a:pt x="0" y="425144"/>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TextBox 47" id="47"/>
          <p:cNvSpPr txBox="true"/>
          <p:nvPr/>
        </p:nvSpPr>
        <p:spPr>
          <a:xfrm rot="0">
            <a:off x="2985164" y="6483134"/>
            <a:ext cx="2925124" cy="826174"/>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Lorem ipsum dolor sit amet, consectetur adipiscing elit, sed do eiusmod tempor incididunt ut labore et dolore magna aliqua. Ut enim ad minim veniam</a:t>
            </a:r>
          </a:p>
        </p:txBody>
      </p:sp>
      <p:sp>
        <p:nvSpPr>
          <p:cNvPr name="TextBox 48" id="48"/>
          <p:cNvSpPr txBox="true"/>
          <p:nvPr/>
        </p:nvSpPr>
        <p:spPr>
          <a:xfrm rot="0">
            <a:off x="2985164" y="6035503"/>
            <a:ext cx="2355637" cy="322422"/>
          </a:xfrm>
          <a:prstGeom prst="rect">
            <a:avLst/>
          </a:prstGeom>
        </p:spPr>
        <p:txBody>
          <a:bodyPr anchor="t" rtlCol="false" tIns="0" lIns="0" bIns="0" rIns="0">
            <a:spAutoFit/>
          </a:bodyPr>
          <a:lstStyle/>
          <a:p>
            <a:pPr algn="l">
              <a:lnSpc>
                <a:spcPts val="2628"/>
              </a:lnSpc>
              <a:spcBef>
                <a:spcPct val="0"/>
              </a:spcBef>
            </a:pPr>
            <a:r>
              <a:rPr lang="en-US" b="true" sz="1877">
                <a:solidFill>
                  <a:srgbClr val="335ACF"/>
                </a:solidFill>
                <a:latin typeface="Open Sans Bold"/>
                <a:ea typeface="Open Sans Bold"/>
                <a:cs typeface="Open Sans Bold"/>
                <a:sym typeface="Open Sans Bold"/>
              </a:rPr>
              <a:t>Service 01</a:t>
            </a:r>
          </a:p>
        </p:txBody>
      </p:sp>
      <p:sp>
        <p:nvSpPr>
          <p:cNvPr name="TextBox 49" id="49"/>
          <p:cNvSpPr txBox="true"/>
          <p:nvPr/>
        </p:nvSpPr>
        <p:spPr>
          <a:xfrm rot="0">
            <a:off x="2985164" y="7587075"/>
            <a:ext cx="1177818" cy="240591"/>
          </a:xfrm>
          <a:prstGeom prst="rect">
            <a:avLst/>
          </a:prstGeom>
        </p:spPr>
        <p:txBody>
          <a:bodyPr anchor="t" rtlCol="false" tIns="0" lIns="0" bIns="0" rIns="0">
            <a:spAutoFit/>
          </a:bodyPr>
          <a:lstStyle/>
          <a:p>
            <a:pPr algn="l">
              <a:lnSpc>
                <a:spcPts val="1960"/>
              </a:lnSpc>
              <a:spcBef>
                <a:spcPct val="0"/>
              </a:spcBef>
            </a:pPr>
            <a:r>
              <a:rPr lang="en-US" b="true" sz="1400">
                <a:solidFill>
                  <a:srgbClr val="1F2020"/>
                </a:solidFill>
                <a:latin typeface="Open Sans Bold"/>
                <a:ea typeface="Open Sans Bold"/>
                <a:cs typeface="Open Sans Bold"/>
                <a:sym typeface="Open Sans Bold"/>
              </a:rPr>
              <a:t>Learn More</a:t>
            </a:r>
          </a:p>
        </p:txBody>
      </p:sp>
      <p:sp>
        <p:nvSpPr>
          <p:cNvPr name="TextBox 50" id="50"/>
          <p:cNvSpPr txBox="true"/>
          <p:nvPr/>
        </p:nvSpPr>
        <p:spPr>
          <a:xfrm rot="0">
            <a:off x="8194492" y="6483134"/>
            <a:ext cx="2976731" cy="826174"/>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Lorem ipsum dolor sit amet, consectetur adipiscing elit, sed do eiusmod tempor incididunt ut labore et dolore magna aliqua. Ut enim ad minim veniam</a:t>
            </a:r>
          </a:p>
        </p:txBody>
      </p:sp>
      <p:sp>
        <p:nvSpPr>
          <p:cNvPr name="TextBox 51" id="51"/>
          <p:cNvSpPr txBox="true"/>
          <p:nvPr/>
        </p:nvSpPr>
        <p:spPr>
          <a:xfrm rot="0">
            <a:off x="8194492" y="6035503"/>
            <a:ext cx="2355637" cy="322422"/>
          </a:xfrm>
          <a:prstGeom prst="rect">
            <a:avLst/>
          </a:prstGeom>
        </p:spPr>
        <p:txBody>
          <a:bodyPr anchor="t" rtlCol="false" tIns="0" lIns="0" bIns="0" rIns="0">
            <a:spAutoFit/>
          </a:bodyPr>
          <a:lstStyle/>
          <a:p>
            <a:pPr algn="l">
              <a:lnSpc>
                <a:spcPts val="2628"/>
              </a:lnSpc>
              <a:spcBef>
                <a:spcPct val="0"/>
              </a:spcBef>
            </a:pPr>
            <a:r>
              <a:rPr lang="en-US" b="true" sz="1877">
                <a:solidFill>
                  <a:srgbClr val="FFFFFF"/>
                </a:solidFill>
                <a:latin typeface="Open Sans Bold"/>
                <a:ea typeface="Open Sans Bold"/>
                <a:cs typeface="Open Sans Bold"/>
                <a:sym typeface="Open Sans Bold"/>
              </a:rPr>
              <a:t>Service 02</a:t>
            </a:r>
          </a:p>
        </p:txBody>
      </p:sp>
      <p:sp>
        <p:nvSpPr>
          <p:cNvPr name="TextBox 52" id="52"/>
          <p:cNvSpPr txBox="true"/>
          <p:nvPr/>
        </p:nvSpPr>
        <p:spPr>
          <a:xfrm rot="0">
            <a:off x="8194492" y="7587075"/>
            <a:ext cx="1177818" cy="240591"/>
          </a:xfrm>
          <a:prstGeom prst="rect">
            <a:avLst/>
          </a:prstGeom>
        </p:spPr>
        <p:txBody>
          <a:bodyPr anchor="t" rtlCol="false" tIns="0" lIns="0" bIns="0" rIns="0">
            <a:spAutoFit/>
          </a:bodyPr>
          <a:lstStyle/>
          <a:p>
            <a:pPr algn="l">
              <a:lnSpc>
                <a:spcPts val="1960"/>
              </a:lnSpc>
              <a:spcBef>
                <a:spcPct val="0"/>
              </a:spcBef>
            </a:pPr>
            <a:r>
              <a:rPr lang="en-US" b="true" sz="1400">
                <a:solidFill>
                  <a:srgbClr val="FFFFFF"/>
                </a:solidFill>
                <a:latin typeface="Open Sans Bold"/>
                <a:ea typeface="Open Sans Bold"/>
                <a:cs typeface="Open Sans Bold"/>
                <a:sym typeface="Open Sans Bold"/>
              </a:rPr>
              <a:t>Learn More</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293116" y="565634"/>
            <a:ext cx="397367" cy="28996"/>
            <a:chOff x="0" y="0"/>
            <a:chExt cx="128243" cy="9358"/>
          </a:xfrm>
        </p:grpSpPr>
        <p:sp>
          <p:nvSpPr>
            <p:cNvPr name="Freeform 3" id="3"/>
            <p:cNvSpPr/>
            <p:nvPr/>
          </p:nvSpPr>
          <p:spPr>
            <a:xfrm flipH="false" flipV="false" rot="0">
              <a:off x="0" y="0"/>
              <a:ext cx="128243" cy="9358"/>
            </a:xfrm>
            <a:custGeom>
              <a:avLst/>
              <a:gdLst/>
              <a:ahLst/>
              <a:cxnLst/>
              <a:rect r="r" b="b" t="t" l="l"/>
              <a:pathLst>
                <a:path h="9358" w="128243">
                  <a:moveTo>
                    <a:pt x="0" y="0"/>
                  </a:moveTo>
                  <a:lnTo>
                    <a:pt x="128243" y="0"/>
                  </a:lnTo>
                  <a:lnTo>
                    <a:pt x="128243" y="9358"/>
                  </a:lnTo>
                  <a:lnTo>
                    <a:pt x="0" y="9358"/>
                  </a:lnTo>
                  <a:close/>
                </a:path>
              </a:pathLst>
            </a:custGeom>
            <a:solidFill>
              <a:srgbClr val="335ACF"/>
            </a:solidFill>
          </p:spPr>
        </p:sp>
        <p:sp>
          <p:nvSpPr>
            <p:cNvPr name="TextBox 4" id="4"/>
            <p:cNvSpPr txBox="true"/>
            <p:nvPr/>
          </p:nvSpPr>
          <p:spPr>
            <a:xfrm>
              <a:off x="0" y="-38100"/>
              <a:ext cx="128243" cy="47458"/>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7293116" y="657737"/>
            <a:ext cx="397367" cy="28996"/>
            <a:chOff x="0" y="0"/>
            <a:chExt cx="128243" cy="9358"/>
          </a:xfrm>
        </p:grpSpPr>
        <p:sp>
          <p:nvSpPr>
            <p:cNvPr name="Freeform 6" id="6"/>
            <p:cNvSpPr/>
            <p:nvPr/>
          </p:nvSpPr>
          <p:spPr>
            <a:xfrm flipH="false" flipV="false" rot="0">
              <a:off x="0" y="0"/>
              <a:ext cx="128243" cy="9358"/>
            </a:xfrm>
            <a:custGeom>
              <a:avLst/>
              <a:gdLst/>
              <a:ahLst/>
              <a:cxnLst/>
              <a:rect r="r" b="b" t="t" l="l"/>
              <a:pathLst>
                <a:path h="9358" w="128243">
                  <a:moveTo>
                    <a:pt x="0" y="0"/>
                  </a:moveTo>
                  <a:lnTo>
                    <a:pt x="128243" y="0"/>
                  </a:lnTo>
                  <a:lnTo>
                    <a:pt x="128243" y="9358"/>
                  </a:lnTo>
                  <a:lnTo>
                    <a:pt x="0" y="9358"/>
                  </a:lnTo>
                  <a:close/>
                </a:path>
              </a:pathLst>
            </a:custGeom>
            <a:solidFill>
              <a:srgbClr val="335ACF"/>
            </a:solidFill>
          </p:spPr>
        </p:sp>
        <p:sp>
          <p:nvSpPr>
            <p:cNvPr name="TextBox 7" id="7"/>
            <p:cNvSpPr txBox="true"/>
            <p:nvPr/>
          </p:nvSpPr>
          <p:spPr>
            <a:xfrm>
              <a:off x="0" y="-38100"/>
              <a:ext cx="128243" cy="47458"/>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false" flipV="false" rot="0">
            <a:off x="673429" y="486649"/>
            <a:ext cx="274427" cy="260019"/>
          </a:xfrm>
          <a:custGeom>
            <a:avLst/>
            <a:gdLst/>
            <a:ahLst/>
            <a:cxnLst/>
            <a:rect r="r" b="b" t="t" l="l"/>
            <a:pathLst>
              <a:path h="260019" w="274427">
                <a:moveTo>
                  <a:pt x="0" y="0"/>
                </a:moveTo>
                <a:lnTo>
                  <a:pt x="274427" y="0"/>
                </a:lnTo>
                <a:lnTo>
                  <a:pt x="274427" y="260020"/>
                </a:lnTo>
                <a:lnTo>
                  <a:pt x="0" y="26002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9" id="9"/>
          <p:cNvGrpSpPr/>
          <p:nvPr/>
        </p:nvGrpSpPr>
        <p:grpSpPr>
          <a:xfrm rot="0">
            <a:off x="18177932" y="8597752"/>
            <a:ext cx="110068" cy="660548"/>
            <a:chOff x="0" y="0"/>
            <a:chExt cx="28989" cy="173972"/>
          </a:xfrm>
        </p:grpSpPr>
        <p:sp>
          <p:nvSpPr>
            <p:cNvPr name="Freeform 10" id="10"/>
            <p:cNvSpPr/>
            <p:nvPr/>
          </p:nvSpPr>
          <p:spPr>
            <a:xfrm flipH="false" flipV="false" rot="0">
              <a:off x="0" y="0"/>
              <a:ext cx="28989" cy="173972"/>
            </a:xfrm>
            <a:custGeom>
              <a:avLst/>
              <a:gdLst/>
              <a:ahLst/>
              <a:cxnLst/>
              <a:rect r="r" b="b" t="t" l="l"/>
              <a:pathLst>
                <a:path h="173972" w="28989">
                  <a:moveTo>
                    <a:pt x="0" y="0"/>
                  </a:moveTo>
                  <a:lnTo>
                    <a:pt x="28989" y="0"/>
                  </a:lnTo>
                  <a:lnTo>
                    <a:pt x="28989" y="173972"/>
                  </a:lnTo>
                  <a:lnTo>
                    <a:pt x="0" y="173972"/>
                  </a:lnTo>
                  <a:close/>
                </a:path>
              </a:pathLst>
            </a:custGeom>
            <a:solidFill>
              <a:srgbClr val="335ACF"/>
            </a:solidFill>
          </p:spPr>
        </p:sp>
        <p:sp>
          <p:nvSpPr>
            <p:cNvPr name="TextBox 11" id="11"/>
            <p:cNvSpPr txBox="true"/>
            <p:nvPr/>
          </p:nvSpPr>
          <p:spPr>
            <a:xfrm>
              <a:off x="0" y="-38100"/>
              <a:ext cx="28989" cy="212072"/>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1039108" y="517674"/>
            <a:ext cx="1547756"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Studio Shodwe</a:t>
            </a:r>
          </a:p>
        </p:txBody>
      </p:sp>
      <p:sp>
        <p:nvSpPr>
          <p:cNvPr name="TextBox 13" id="13"/>
          <p:cNvSpPr txBox="true"/>
          <p:nvPr/>
        </p:nvSpPr>
        <p:spPr>
          <a:xfrm rot="0">
            <a:off x="15940842" y="517674"/>
            <a:ext cx="978460"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Contact</a:t>
            </a:r>
          </a:p>
        </p:txBody>
      </p:sp>
      <p:sp>
        <p:nvSpPr>
          <p:cNvPr name="TextBox 14" id="14"/>
          <p:cNvSpPr txBox="true"/>
          <p:nvPr/>
        </p:nvSpPr>
        <p:spPr>
          <a:xfrm rot="0">
            <a:off x="14385046" y="517674"/>
            <a:ext cx="1060497"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About Us</a:t>
            </a:r>
          </a:p>
        </p:txBody>
      </p:sp>
      <p:sp>
        <p:nvSpPr>
          <p:cNvPr name="TextBox 15" id="15"/>
          <p:cNvSpPr txBox="true"/>
          <p:nvPr/>
        </p:nvSpPr>
        <p:spPr>
          <a:xfrm rot="0">
            <a:off x="13154289" y="517674"/>
            <a:ext cx="735456"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Photo</a:t>
            </a:r>
          </a:p>
        </p:txBody>
      </p:sp>
      <p:sp>
        <p:nvSpPr>
          <p:cNvPr name="TextBox 16" id="16"/>
          <p:cNvSpPr txBox="true"/>
          <p:nvPr/>
        </p:nvSpPr>
        <p:spPr>
          <a:xfrm rot="0">
            <a:off x="11898530" y="517674"/>
            <a:ext cx="809760"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Home</a:t>
            </a:r>
          </a:p>
        </p:txBody>
      </p:sp>
      <p:grpSp>
        <p:nvGrpSpPr>
          <p:cNvPr name="Group 17" id="17"/>
          <p:cNvGrpSpPr>
            <a:grpSpLocks noChangeAspect="true"/>
          </p:cNvGrpSpPr>
          <p:nvPr/>
        </p:nvGrpSpPr>
        <p:grpSpPr>
          <a:xfrm rot="0">
            <a:off x="4313621" y="-592800"/>
            <a:ext cx="4658921" cy="9218475"/>
            <a:chOff x="0" y="0"/>
            <a:chExt cx="2620010" cy="5184140"/>
          </a:xfrm>
        </p:grpSpPr>
        <p:sp>
          <p:nvSpPr>
            <p:cNvPr name="Freeform 18" id="18"/>
            <p:cNvSpPr/>
            <p:nvPr/>
          </p:nvSpPr>
          <p:spPr>
            <a:xfrm flipH="false" flipV="false" rot="0">
              <a:off x="53340" y="25400"/>
              <a:ext cx="2513330" cy="5132070"/>
            </a:xfrm>
            <a:custGeom>
              <a:avLst/>
              <a:gdLst/>
              <a:ahLst/>
              <a:cxnLst/>
              <a:rect r="r" b="b" t="t" l="l"/>
              <a:pathLst>
                <a:path h="5132070" w="251333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sp>
        <p:sp>
          <p:nvSpPr>
            <p:cNvPr name="Freeform 19" id="19"/>
            <p:cNvSpPr/>
            <p:nvPr/>
          </p:nvSpPr>
          <p:spPr>
            <a:xfrm flipH="false" flipV="false" rot="0">
              <a:off x="185420" y="156210"/>
              <a:ext cx="2250453" cy="4876800"/>
            </a:xfrm>
            <a:custGeom>
              <a:avLst/>
              <a:gdLst/>
              <a:ahLst/>
              <a:cxnLst/>
              <a:rect r="r" b="b" t="t" l="l"/>
              <a:pathLst>
                <a:path h="4876800" w="2250453">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a:blip r:embed="rId4"/>
              <a:stretch>
                <a:fillRect l="-58351" t="0" r="-58351" b="0"/>
              </a:stretch>
            </a:blipFill>
          </p:spPr>
        </p:sp>
        <p:sp>
          <p:nvSpPr>
            <p:cNvPr name="Freeform 20" id="20"/>
            <p:cNvSpPr/>
            <p:nvPr/>
          </p:nvSpPr>
          <p:spPr>
            <a:xfrm flipH="false" flipV="false" rot="0">
              <a:off x="1121410" y="198120"/>
              <a:ext cx="347980" cy="43180"/>
            </a:xfrm>
            <a:custGeom>
              <a:avLst/>
              <a:gdLst/>
              <a:ahLst/>
              <a:cxnLst/>
              <a:rect r="r" b="b" t="t" l="l"/>
              <a:pathLst>
                <a:path h="43180" w="3479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606060"/>
            </a:solidFill>
          </p:spPr>
        </p:sp>
        <p:sp>
          <p:nvSpPr>
            <p:cNvPr name="Freeform 21" id="21"/>
            <p:cNvSpPr/>
            <p:nvPr/>
          </p:nvSpPr>
          <p:spPr>
            <a:xfrm flipH="false" flipV="false" rot="0">
              <a:off x="1579738" y="187960"/>
              <a:ext cx="63785" cy="63501"/>
            </a:xfrm>
            <a:custGeom>
              <a:avLst/>
              <a:gdLst/>
              <a:ahLst/>
              <a:cxnLst/>
              <a:rect r="r" b="b" t="t" l="l"/>
              <a:pathLst>
                <a:path h="63501" w="63785">
                  <a:moveTo>
                    <a:pt x="31892" y="0"/>
                  </a:moveTo>
                  <a:cubicBezTo>
                    <a:pt x="20515" y="-51"/>
                    <a:pt x="9980" y="5989"/>
                    <a:pt x="4277" y="15834"/>
                  </a:cubicBezTo>
                  <a:cubicBezTo>
                    <a:pt x="-1426" y="25678"/>
                    <a:pt x="-1426" y="37822"/>
                    <a:pt x="4277" y="47666"/>
                  </a:cubicBezTo>
                  <a:cubicBezTo>
                    <a:pt x="9980" y="57511"/>
                    <a:pt x="20515" y="63551"/>
                    <a:pt x="31892" y="63500"/>
                  </a:cubicBezTo>
                  <a:cubicBezTo>
                    <a:pt x="43269" y="63551"/>
                    <a:pt x="53804" y="57511"/>
                    <a:pt x="59507" y="47666"/>
                  </a:cubicBezTo>
                  <a:cubicBezTo>
                    <a:pt x="65210" y="37822"/>
                    <a:pt x="65210" y="25678"/>
                    <a:pt x="59507" y="15834"/>
                  </a:cubicBezTo>
                  <a:cubicBezTo>
                    <a:pt x="53804" y="5989"/>
                    <a:pt x="43269" y="-51"/>
                    <a:pt x="31892" y="0"/>
                  </a:cubicBezTo>
                  <a:close/>
                </a:path>
              </a:pathLst>
            </a:custGeom>
            <a:solidFill>
              <a:srgbClr val="606060"/>
            </a:solidFill>
          </p:spPr>
        </p:sp>
        <p:sp>
          <p:nvSpPr>
            <p:cNvPr name="Freeform 22" id="22"/>
            <p:cNvSpPr/>
            <p:nvPr/>
          </p:nvSpPr>
          <p:spPr>
            <a:xfrm flipH="false" flipV="false" rot="0">
              <a:off x="0" y="685800"/>
              <a:ext cx="27940" cy="213360"/>
            </a:xfrm>
            <a:custGeom>
              <a:avLst/>
              <a:gdLst/>
              <a:ahLst/>
              <a:cxnLst/>
              <a:rect r="r" b="b" t="t" l="l"/>
              <a:pathLst>
                <a:path h="213360" w="2794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B8B8B8"/>
            </a:solidFill>
          </p:spPr>
        </p:sp>
        <p:sp>
          <p:nvSpPr>
            <p:cNvPr name="Freeform 23" id="23"/>
            <p:cNvSpPr/>
            <p:nvPr/>
          </p:nvSpPr>
          <p:spPr>
            <a:xfrm flipH="false" flipV="false" rot="0">
              <a:off x="0" y="1057910"/>
              <a:ext cx="27940" cy="384810"/>
            </a:xfrm>
            <a:custGeom>
              <a:avLst/>
              <a:gdLst/>
              <a:ahLst/>
              <a:cxnLst/>
              <a:rect r="r" b="b" t="t" l="l"/>
              <a:pathLst>
                <a:path h="384810" w="2794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B8B8B8"/>
            </a:solidFill>
          </p:spPr>
        </p:sp>
        <p:sp>
          <p:nvSpPr>
            <p:cNvPr name="Freeform 24" id="24"/>
            <p:cNvSpPr/>
            <p:nvPr/>
          </p:nvSpPr>
          <p:spPr>
            <a:xfrm flipH="false" flipV="false" rot="0">
              <a:off x="0" y="1526540"/>
              <a:ext cx="27940" cy="386080"/>
            </a:xfrm>
            <a:custGeom>
              <a:avLst/>
              <a:gdLst/>
              <a:ahLst/>
              <a:cxnLst/>
              <a:rect r="r" b="b" t="t" l="l"/>
              <a:pathLst>
                <a:path h="386080" w="2794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B8B8B8"/>
            </a:solidFill>
          </p:spPr>
        </p:sp>
        <p:sp>
          <p:nvSpPr>
            <p:cNvPr name="Freeform 25" id="25"/>
            <p:cNvSpPr/>
            <p:nvPr/>
          </p:nvSpPr>
          <p:spPr>
            <a:xfrm flipH="false" flipV="false" rot="0">
              <a:off x="2592070" y="1184910"/>
              <a:ext cx="27940" cy="618490"/>
            </a:xfrm>
            <a:custGeom>
              <a:avLst/>
              <a:gdLst/>
              <a:ahLst/>
              <a:cxnLst/>
              <a:rect r="r" b="b" t="t" l="l"/>
              <a:pathLst>
                <a:path h="618490" w="2794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B8B8B8"/>
            </a:solidFill>
          </p:spPr>
        </p:sp>
        <p:sp>
          <p:nvSpPr>
            <p:cNvPr name="Freeform 26" id="26"/>
            <p:cNvSpPr/>
            <p:nvPr/>
          </p:nvSpPr>
          <p:spPr>
            <a:xfrm flipH="false" flipV="false" rot="0">
              <a:off x="27940" y="0"/>
              <a:ext cx="2564130" cy="5182870"/>
            </a:xfrm>
            <a:custGeom>
              <a:avLst/>
              <a:gdLst/>
              <a:ahLst/>
              <a:cxnLst/>
              <a:rect r="r" b="b" t="t" l="l"/>
              <a:pathLst>
                <a:path h="5182870" w="256413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E9E9E9"/>
            </a:solidFill>
          </p:spPr>
        </p:sp>
      </p:grpSp>
      <p:grpSp>
        <p:nvGrpSpPr>
          <p:cNvPr name="Group 27" id="27"/>
          <p:cNvGrpSpPr>
            <a:grpSpLocks noChangeAspect="true"/>
          </p:cNvGrpSpPr>
          <p:nvPr/>
        </p:nvGrpSpPr>
        <p:grpSpPr>
          <a:xfrm rot="0">
            <a:off x="-563694" y="1661325"/>
            <a:ext cx="4658921" cy="9218475"/>
            <a:chOff x="0" y="0"/>
            <a:chExt cx="2620010" cy="5184140"/>
          </a:xfrm>
        </p:grpSpPr>
        <p:sp>
          <p:nvSpPr>
            <p:cNvPr name="Freeform 28" id="28"/>
            <p:cNvSpPr/>
            <p:nvPr/>
          </p:nvSpPr>
          <p:spPr>
            <a:xfrm flipH="false" flipV="false" rot="0">
              <a:off x="53340" y="25400"/>
              <a:ext cx="2513330" cy="5132070"/>
            </a:xfrm>
            <a:custGeom>
              <a:avLst/>
              <a:gdLst/>
              <a:ahLst/>
              <a:cxnLst/>
              <a:rect r="r" b="b" t="t" l="l"/>
              <a:pathLst>
                <a:path h="5132070" w="251333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sp>
        <p:sp>
          <p:nvSpPr>
            <p:cNvPr name="Freeform 29" id="29"/>
            <p:cNvSpPr/>
            <p:nvPr/>
          </p:nvSpPr>
          <p:spPr>
            <a:xfrm flipH="false" flipV="false" rot="0">
              <a:off x="185420" y="156210"/>
              <a:ext cx="2250453" cy="4876800"/>
            </a:xfrm>
            <a:custGeom>
              <a:avLst/>
              <a:gdLst/>
              <a:ahLst/>
              <a:cxnLst/>
              <a:rect r="r" b="b" t="t" l="l"/>
              <a:pathLst>
                <a:path h="4876800" w="2250453">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a:blip r:embed="rId4"/>
              <a:stretch>
                <a:fillRect l="-58351" t="0" r="-58351" b="0"/>
              </a:stretch>
            </a:blipFill>
          </p:spPr>
        </p:sp>
        <p:sp>
          <p:nvSpPr>
            <p:cNvPr name="Freeform 30" id="30"/>
            <p:cNvSpPr/>
            <p:nvPr/>
          </p:nvSpPr>
          <p:spPr>
            <a:xfrm flipH="false" flipV="false" rot="0">
              <a:off x="1121410" y="198120"/>
              <a:ext cx="347980" cy="43180"/>
            </a:xfrm>
            <a:custGeom>
              <a:avLst/>
              <a:gdLst/>
              <a:ahLst/>
              <a:cxnLst/>
              <a:rect r="r" b="b" t="t" l="l"/>
              <a:pathLst>
                <a:path h="43180" w="3479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606060"/>
            </a:solidFill>
          </p:spPr>
        </p:sp>
        <p:sp>
          <p:nvSpPr>
            <p:cNvPr name="Freeform 31" id="31"/>
            <p:cNvSpPr/>
            <p:nvPr/>
          </p:nvSpPr>
          <p:spPr>
            <a:xfrm flipH="false" flipV="false" rot="0">
              <a:off x="1579738" y="187960"/>
              <a:ext cx="63785" cy="63501"/>
            </a:xfrm>
            <a:custGeom>
              <a:avLst/>
              <a:gdLst/>
              <a:ahLst/>
              <a:cxnLst/>
              <a:rect r="r" b="b" t="t" l="l"/>
              <a:pathLst>
                <a:path h="63501" w="63785">
                  <a:moveTo>
                    <a:pt x="31892" y="0"/>
                  </a:moveTo>
                  <a:cubicBezTo>
                    <a:pt x="20515" y="-51"/>
                    <a:pt x="9980" y="5989"/>
                    <a:pt x="4277" y="15834"/>
                  </a:cubicBezTo>
                  <a:cubicBezTo>
                    <a:pt x="-1426" y="25678"/>
                    <a:pt x="-1426" y="37822"/>
                    <a:pt x="4277" y="47666"/>
                  </a:cubicBezTo>
                  <a:cubicBezTo>
                    <a:pt x="9980" y="57511"/>
                    <a:pt x="20515" y="63551"/>
                    <a:pt x="31892" y="63500"/>
                  </a:cubicBezTo>
                  <a:cubicBezTo>
                    <a:pt x="43269" y="63551"/>
                    <a:pt x="53804" y="57511"/>
                    <a:pt x="59507" y="47666"/>
                  </a:cubicBezTo>
                  <a:cubicBezTo>
                    <a:pt x="65210" y="37822"/>
                    <a:pt x="65210" y="25678"/>
                    <a:pt x="59507" y="15834"/>
                  </a:cubicBezTo>
                  <a:cubicBezTo>
                    <a:pt x="53804" y="5989"/>
                    <a:pt x="43269" y="-51"/>
                    <a:pt x="31892" y="0"/>
                  </a:cubicBezTo>
                  <a:close/>
                </a:path>
              </a:pathLst>
            </a:custGeom>
            <a:solidFill>
              <a:srgbClr val="606060"/>
            </a:solidFill>
          </p:spPr>
        </p:sp>
        <p:sp>
          <p:nvSpPr>
            <p:cNvPr name="Freeform 32" id="32"/>
            <p:cNvSpPr/>
            <p:nvPr/>
          </p:nvSpPr>
          <p:spPr>
            <a:xfrm flipH="false" flipV="false" rot="0">
              <a:off x="0" y="685800"/>
              <a:ext cx="27940" cy="213360"/>
            </a:xfrm>
            <a:custGeom>
              <a:avLst/>
              <a:gdLst/>
              <a:ahLst/>
              <a:cxnLst/>
              <a:rect r="r" b="b" t="t" l="l"/>
              <a:pathLst>
                <a:path h="213360" w="2794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B8B8B8"/>
            </a:solidFill>
          </p:spPr>
        </p:sp>
        <p:sp>
          <p:nvSpPr>
            <p:cNvPr name="Freeform 33" id="33"/>
            <p:cNvSpPr/>
            <p:nvPr/>
          </p:nvSpPr>
          <p:spPr>
            <a:xfrm flipH="false" flipV="false" rot="0">
              <a:off x="0" y="1057910"/>
              <a:ext cx="27940" cy="384810"/>
            </a:xfrm>
            <a:custGeom>
              <a:avLst/>
              <a:gdLst/>
              <a:ahLst/>
              <a:cxnLst/>
              <a:rect r="r" b="b" t="t" l="l"/>
              <a:pathLst>
                <a:path h="384810" w="2794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B8B8B8"/>
            </a:solidFill>
          </p:spPr>
        </p:sp>
        <p:sp>
          <p:nvSpPr>
            <p:cNvPr name="Freeform 34" id="34"/>
            <p:cNvSpPr/>
            <p:nvPr/>
          </p:nvSpPr>
          <p:spPr>
            <a:xfrm flipH="false" flipV="false" rot="0">
              <a:off x="0" y="1526540"/>
              <a:ext cx="27940" cy="386080"/>
            </a:xfrm>
            <a:custGeom>
              <a:avLst/>
              <a:gdLst/>
              <a:ahLst/>
              <a:cxnLst/>
              <a:rect r="r" b="b" t="t" l="l"/>
              <a:pathLst>
                <a:path h="386080" w="2794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B8B8B8"/>
            </a:solidFill>
          </p:spPr>
        </p:sp>
        <p:sp>
          <p:nvSpPr>
            <p:cNvPr name="Freeform 35" id="35"/>
            <p:cNvSpPr/>
            <p:nvPr/>
          </p:nvSpPr>
          <p:spPr>
            <a:xfrm flipH="false" flipV="false" rot="0">
              <a:off x="2592070" y="1184910"/>
              <a:ext cx="27940" cy="618490"/>
            </a:xfrm>
            <a:custGeom>
              <a:avLst/>
              <a:gdLst/>
              <a:ahLst/>
              <a:cxnLst/>
              <a:rect r="r" b="b" t="t" l="l"/>
              <a:pathLst>
                <a:path h="618490" w="2794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B8B8B8"/>
            </a:solidFill>
          </p:spPr>
        </p:sp>
        <p:sp>
          <p:nvSpPr>
            <p:cNvPr name="Freeform 36" id="36"/>
            <p:cNvSpPr/>
            <p:nvPr/>
          </p:nvSpPr>
          <p:spPr>
            <a:xfrm flipH="false" flipV="false" rot="0">
              <a:off x="27940" y="0"/>
              <a:ext cx="2564130" cy="5182870"/>
            </a:xfrm>
            <a:custGeom>
              <a:avLst/>
              <a:gdLst/>
              <a:ahLst/>
              <a:cxnLst/>
              <a:rect r="r" b="b" t="t" l="l"/>
              <a:pathLst>
                <a:path h="5182870" w="256413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E9E9E9"/>
            </a:solidFill>
          </p:spPr>
        </p:sp>
      </p:grpSp>
      <p:grpSp>
        <p:nvGrpSpPr>
          <p:cNvPr name="Group 37" id="37"/>
          <p:cNvGrpSpPr/>
          <p:nvPr/>
        </p:nvGrpSpPr>
        <p:grpSpPr>
          <a:xfrm rot="0">
            <a:off x="10638396" y="3192387"/>
            <a:ext cx="1042538" cy="47625"/>
            <a:chOff x="0" y="0"/>
            <a:chExt cx="274578" cy="12543"/>
          </a:xfrm>
        </p:grpSpPr>
        <p:sp>
          <p:nvSpPr>
            <p:cNvPr name="Freeform 38" id="38"/>
            <p:cNvSpPr/>
            <p:nvPr/>
          </p:nvSpPr>
          <p:spPr>
            <a:xfrm flipH="false" flipV="false" rot="0">
              <a:off x="0" y="0"/>
              <a:ext cx="274578" cy="12543"/>
            </a:xfrm>
            <a:custGeom>
              <a:avLst/>
              <a:gdLst/>
              <a:ahLst/>
              <a:cxnLst/>
              <a:rect r="r" b="b" t="t" l="l"/>
              <a:pathLst>
                <a:path h="12543" w="274578">
                  <a:moveTo>
                    <a:pt x="6272" y="0"/>
                  </a:moveTo>
                  <a:lnTo>
                    <a:pt x="268306" y="0"/>
                  </a:lnTo>
                  <a:cubicBezTo>
                    <a:pt x="269970" y="0"/>
                    <a:pt x="271565" y="661"/>
                    <a:pt x="272741" y="1837"/>
                  </a:cubicBezTo>
                  <a:cubicBezTo>
                    <a:pt x="273917" y="3013"/>
                    <a:pt x="274578" y="4608"/>
                    <a:pt x="274578" y="6272"/>
                  </a:cubicBezTo>
                  <a:lnTo>
                    <a:pt x="274578" y="6272"/>
                  </a:lnTo>
                  <a:cubicBezTo>
                    <a:pt x="274578" y="7935"/>
                    <a:pt x="273917" y="9530"/>
                    <a:pt x="272741" y="10706"/>
                  </a:cubicBezTo>
                  <a:cubicBezTo>
                    <a:pt x="271565" y="11882"/>
                    <a:pt x="269970" y="12543"/>
                    <a:pt x="268306" y="12543"/>
                  </a:cubicBezTo>
                  <a:lnTo>
                    <a:pt x="6272" y="12543"/>
                  </a:lnTo>
                  <a:cubicBezTo>
                    <a:pt x="4608" y="12543"/>
                    <a:pt x="3013" y="11882"/>
                    <a:pt x="1837" y="10706"/>
                  </a:cubicBezTo>
                  <a:cubicBezTo>
                    <a:pt x="661" y="9530"/>
                    <a:pt x="0" y="7935"/>
                    <a:pt x="0" y="6272"/>
                  </a:cubicBezTo>
                  <a:lnTo>
                    <a:pt x="0" y="6272"/>
                  </a:lnTo>
                  <a:cubicBezTo>
                    <a:pt x="0" y="4608"/>
                    <a:pt x="661" y="3013"/>
                    <a:pt x="1837" y="1837"/>
                  </a:cubicBezTo>
                  <a:cubicBezTo>
                    <a:pt x="3013" y="661"/>
                    <a:pt x="4608" y="0"/>
                    <a:pt x="6272" y="0"/>
                  </a:cubicBezTo>
                  <a:close/>
                </a:path>
              </a:pathLst>
            </a:custGeom>
            <a:solidFill>
              <a:srgbClr val="335ACF"/>
            </a:solidFill>
          </p:spPr>
        </p:sp>
        <p:sp>
          <p:nvSpPr>
            <p:cNvPr name="TextBox 39" id="39"/>
            <p:cNvSpPr txBox="true"/>
            <p:nvPr/>
          </p:nvSpPr>
          <p:spPr>
            <a:xfrm>
              <a:off x="0" y="-38100"/>
              <a:ext cx="274578" cy="50643"/>
            </a:xfrm>
            <a:prstGeom prst="rect">
              <a:avLst/>
            </a:prstGeom>
          </p:spPr>
          <p:txBody>
            <a:bodyPr anchor="ctr" rtlCol="false" tIns="50800" lIns="50800" bIns="50800" rIns="50800"/>
            <a:lstStyle/>
            <a:p>
              <a:pPr algn="ctr">
                <a:lnSpc>
                  <a:spcPts val="2659"/>
                </a:lnSpc>
              </a:pPr>
            </a:p>
          </p:txBody>
        </p:sp>
      </p:grpSp>
      <p:sp>
        <p:nvSpPr>
          <p:cNvPr name="TextBox 40" id="40"/>
          <p:cNvSpPr txBox="true"/>
          <p:nvPr/>
        </p:nvSpPr>
        <p:spPr>
          <a:xfrm rot="0">
            <a:off x="10638396" y="2282636"/>
            <a:ext cx="4982921" cy="731677"/>
          </a:xfrm>
          <a:prstGeom prst="rect">
            <a:avLst/>
          </a:prstGeom>
        </p:spPr>
        <p:txBody>
          <a:bodyPr anchor="t" rtlCol="false" tIns="0" lIns="0" bIns="0" rIns="0">
            <a:spAutoFit/>
          </a:bodyPr>
          <a:lstStyle/>
          <a:p>
            <a:pPr algn="l">
              <a:lnSpc>
                <a:spcPts val="5336"/>
              </a:lnSpc>
            </a:pPr>
            <a:r>
              <a:rPr lang="en-US" sz="4560" b="true">
                <a:solidFill>
                  <a:srgbClr val="1F2020"/>
                </a:solidFill>
                <a:latin typeface="Poppins Bold"/>
                <a:ea typeface="Poppins Bold"/>
                <a:cs typeface="Poppins Bold"/>
                <a:sym typeface="Poppins Bold"/>
              </a:rPr>
              <a:t>News Update</a:t>
            </a:r>
          </a:p>
        </p:txBody>
      </p:sp>
      <p:pic>
        <p:nvPicPr>
          <p:cNvPr name="Picture 41" id="41"/>
          <p:cNvPicPr>
            <a:picLocks noChangeAspect="true"/>
          </p:cNvPicPr>
          <p:nvPr/>
        </p:nvPicPr>
        <p:blipFill>
          <a:blip r:embed="rId5"/>
          <a:stretch>
            <a:fillRect/>
          </a:stretch>
        </p:blipFill>
        <p:spPr>
          <a:xfrm rot="0">
            <a:off x="10480733" y="4046189"/>
            <a:ext cx="1891960" cy="1891960"/>
          </a:xfrm>
          <a:prstGeom prst="rect">
            <a:avLst/>
          </a:prstGeom>
        </p:spPr>
      </p:pic>
      <p:sp>
        <p:nvSpPr>
          <p:cNvPr name="TextBox 42" id="42"/>
          <p:cNvSpPr txBox="true"/>
          <p:nvPr/>
        </p:nvSpPr>
        <p:spPr>
          <a:xfrm rot="0">
            <a:off x="10638396" y="5924833"/>
            <a:ext cx="1576633" cy="272431"/>
          </a:xfrm>
          <a:prstGeom prst="rect">
            <a:avLst/>
          </a:prstGeom>
        </p:spPr>
        <p:txBody>
          <a:bodyPr anchor="t" rtlCol="false" tIns="0" lIns="0" bIns="0" rIns="0">
            <a:spAutoFit/>
          </a:bodyPr>
          <a:lstStyle/>
          <a:p>
            <a:pPr algn="ctr">
              <a:lnSpc>
                <a:spcPts val="2109"/>
              </a:lnSpc>
              <a:spcBef>
                <a:spcPct val="0"/>
              </a:spcBef>
            </a:pPr>
            <a:r>
              <a:rPr lang="en-US" b="true" sz="1506">
                <a:solidFill>
                  <a:srgbClr val="335ACF"/>
                </a:solidFill>
                <a:latin typeface="Poppins Bold"/>
                <a:ea typeface="Poppins Bold"/>
                <a:cs typeface="Poppins Bold"/>
                <a:sym typeface="Poppins Bold"/>
              </a:rPr>
              <a:t>Update 01</a:t>
            </a:r>
          </a:p>
        </p:txBody>
      </p:sp>
      <p:pic>
        <p:nvPicPr>
          <p:cNvPr name="Picture 43" id="43"/>
          <p:cNvPicPr>
            <a:picLocks noChangeAspect="true"/>
          </p:cNvPicPr>
          <p:nvPr/>
        </p:nvPicPr>
        <p:blipFill>
          <a:blip r:embed="rId6"/>
          <a:stretch>
            <a:fillRect/>
          </a:stretch>
        </p:blipFill>
        <p:spPr>
          <a:xfrm rot="0">
            <a:off x="12511419" y="4046189"/>
            <a:ext cx="1891960" cy="1891960"/>
          </a:xfrm>
          <a:prstGeom prst="rect">
            <a:avLst/>
          </a:prstGeom>
        </p:spPr>
      </p:pic>
      <p:sp>
        <p:nvSpPr>
          <p:cNvPr name="TextBox 44" id="44"/>
          <p:cNvSpPr txBox="true"/>
          <p:nvPr/>
        </p:nvSpPr>
        <p:spPr>
          <a:xfrm rot="0">
            <a:off x="12669082" y="5924833"/>
            <a:ext cx="1576633" cy="272431"/>
          </a:xfrm>
          <a:prstGeom prst="rect">
            <a:avLst/>
          </a:prstGeom>
        </p:spPr>
        <p:txBody>
          <a:bodyPr anchor="t" rtlCol="false" tIns="0" lIns="0" bIns="0" rIns="0">
            <a:spAutoFit/>
          </a:bodyPr>
          <a:lstStyle/>
          <a:p>
            <a:pPr algn="ctr">
              <a:lnSpc>
                <a:spcPts val="2109"/>
              </a:lnSpc>
              <a:spcBef>
                <a:spcPct val="0"/>
              </a:spcBef>
            </a:pPr>
            <a:r>
              <a:rPr lang="en-US" b="true" sz="1506">
                <a:solidFill>
                  <a:srgbClr val="335ACF"/>
                </a:solidFill>
                <a:latin typeface="Poppins Bold"/>
                <a:ea typeface="Poppins Bold"/>
                <a:cs typeface="Poppins Bold"/>
                <a:sym typeface="Poppins Bold"/>
              </a:rPr>
              <a:t>Update 02</a:t>
            </a:r>
          </a:p>
        </p:txBody>
      </p:sp>
      <p:pic>
        <p:nvPicPr>
          <p:cNvPr name="Picture 45" id="45"/>
          <p:cNvPicPr>
            <a:picLocks noChangeAspect="true"/>
          </p:cNvPicPr>
          <p:nvPr/>
        </p:nvPicPr>
        <p:blipFill>
          <a:blip r:embed="rId7"/>
          <a:stretch>
            <a:fillRect/>
          </a:stretch>
        </p:blipFill>
        <p:spPr>
          <a:xfrm rot="0">
            <a:off x="14542808" y="4046189"/>
            <a:ext cx="1891960" cy="1891960"/>
          </a:xfrm>
          <a:prstGeom prst="rect">
            <a:avLst/>
          </a:prstGeom>
        </p:spPr>
      </p:pic>
      <p:sp>
        <p:nvSpPr>
          <p:cNvPr name="TextBox 46" id="46"/>
          <p:cNvSpPr txBox="true"/>
          <p:nvPr/>
        </p:nvSpPr>
        <p:spPr>
          <a:xfrm rot="0">
            <a:off x="14700471" y="5924833"/>
            <a:ext cx="1576633" cy="272431"/>
          </a:xfrm>
          <a:prstGeom prst="rect">
            <a:avLst/>
          </a:prstGeom>
        </p:spPr>
        <p:txBody>
          <a:bodyPr anchor="t" rtlCol="false" tIns="0" lIns="0" bIns="0" rIns="0">
            <a:spAutoFit/>
          </a:bodyPr>
          <a:lstStyle/>
          <a:p>
            <a:pPr algn="ctr">
              <a:lnSpc>
                <a:spcPts val="2109"/>
              </a:lnSpc>
              <a:spcBef>
                <a:spcPct val="0"/>
              </a:spcBef>
            </a:pPr>
            <a:r>
              <a:rPr lang="en-US" b="true" sz="1506">
                <a:solidFill>
                  <a:srgbClr val="335ACF"/>
                </a:solidFill>
                <a:latin typeface="Poppins Bold"/>
                <a:ea typeface="Poppins Bold"/>
                <a:cs typeface="Poppins Bold"/>
                <a:sym typeface="Poppins Bold"/>
              </a:rPr>
              <a:t>Update 03</a:t>
            </a:r>
          </a:p>
        </p:txBody>
      </p:sp>
      <p:sp>
        <p:nvSpPr>
          <p:cNvPr name="TextBox 47" id="47"/>
          <p:cNvSpPr txBox="true"/>
          <p:nvPr/>
        </p:nvSpPr>
        <p:spPr>
          <a:xfrm rot="0">
            <a:off x="10638396" y="6930689"/>
            <a:ext cx="5767244" cy="1035576"/>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293116" y="565634"/>
            <a:ext cx="397367" cy="28996"/>
            <a:chOff x="0" y="0"/>
            <a:chExt cx="128243" cy="9358"/>
          </a:xfrm>
        </p:grpSpPr>
        <p:sp>
          <p:nvSpPr>
            <p:cNvPr name="Freeform 3" id="3"/>
            <p:cNvSpPr/>
            <p:nvPr/>
          </p:nvSpPr>
          <p:spPr>
            <a:xfrm flipH="false" flipV="false" rot="0">
              <a:off x="0" y="0"/>
              <a:ext cx="128243" cy="9358"/>
            </a:xfrm>
            <a:custGeom>
              <a:avLst/>
              <a:gdLst/>
              <a:ahLst/>
              <a:cxnLst/>
              <a:rect r="r" b="b" t="t" l="l"/>
              <a:pathLst>
                <a:path h="9358" w="128243">
                  <a:moveTo>
                    <a:pt x="0" y="0"/>
                  </a:moveTo>
                  <a:lnTo>
                    <a:pt x="128243" y="0"/>
                  </a:lnTo>
                  <a:lnTo>
                    <a:pt x="128243" y="9358"/>
                  </a:lnTo>
                  <a:lnTo>
                    <a:pt x="0" y="9358"/>
                  </a:lnTo>
                  <a:close/>
                </a:path>
              </a:pathLst>
            </a:custGeom>
            <a:solidFill>
              <a:srgbClr val="335ACF"/>
            </a:solidFill>
          </p:spPr>
        </p:sp>
        <p:sp>
          <p:nvSpPr>
            <p:cNvPr name="TextBox 4" id="4"/>
            <p:cNvSpPr txBox="true"/>
            <p:nvPr/>
          </p:nvSpPr>
          <p:spPr>
            <a:xfrm>
              <a:off x="0" y="-38100"/>
              <a:ext cx="128243" cy="47458"/>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7293116" y="657737"/>
            <a:ext cx="397367" cy="28996"/>
            <a:chOff x="0" y="0"/>
            <a:chExt cx="128243" cy="9358"/>
          </a:xfrm>
        </p:grpSpPr>
        <p:sp>
          <p:nvSpPr>
            <p:cNvPr name="Freeform 6" id="6"/>
            <p:cNvSpPr/>
            <p:nvPr/>
          </p:nvSpPr>
          <p:spPr>
            <a:xfrm flipH="false" flipV="false" rot="0">
              <a:off x="0" y="0"/>
              <a:ext cx="128243" cy="9358"/>
            </a:xfrm>
            <a:custGeom>
              <a:avLst/>
              <a:gdLst/>
              <a:ahLst/>
              <a:cxnLst/>
              <a:rect r="r" b="b" t="t" l="l"/>
              <a:pathLst>
                <a:path h="9358" w="128243">
                  <a:moveTo>
                    <a:pt x="0" y="0"/>
                  </a:moveTo>
                  <a:lnTo>
                    <a:pt x="128243" y="0"/>
                  </a:lnTo>
                  <a:lnTo>
                    <a:pt x="128243" y="9358"/>
                  </a:lnTo>
                  <a:lnTo>
                    <a:pt x="0" y="9358"/>
                  </a:lnTo>
                  <a:close/>
                </a:path>
              </a:pathLst>
            </a:custGeom>
            <a:solidFill>
              <a:srgbClr val="335ACF"/>
            </a:solidFill>
          </p:spPr>
        </p:sp>
        <p:sp>
          <p:nvSpPr>
            <p:cNvPr name="TextBox 7" id="7"/>
            <p:cNvSpPr txBox="true"/>
            <p:nvPr/>
          </p:nvSpPr>
          <p:spPr>
            <a:xfrm>
              <a:off x="0" y="-38100"/>
              <a:ext cx="128243" cy="47458"/>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false" flipV="false" rot="0">
            <a:off x="673429" y="486649"/>
            <a:ext cx="274427" cy="260019"/>
          </a:xfrm>
          <a:custGeom>
            <a:avLst/>
            <a:gdLst/>
            <a:ahLst/>
            <a:cxnLst/>
            <a:rect r="r" b="b" t="t" l="l"/>
            <a:pathLst>
              <a:path h="260019" w="274427">
                <a:moveTo>
                  <a:pt x="0" y="0"/>
                </a:moveTo>
                <a:lnTo>
                  <a:pt x="274427" y="0"/>
                </a:lnTo>
                <a:lnTo>
                  <a:pt x="274427" y="260020"/>
                </a:lnTo>
                <a:lnTo>
                  <a:pt x="0" y="26002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9" id="9"/>
          <p:cNvGrpSpPr/>
          <p:nvPr/>
        </p:nvGrpSpPr>
        <p:grpSpPr>
          <a:xfrm rot="0">
            <a:off x="18177932" y="8597752"/>
            <a:ext cx="110068" cy="660548"/>
            <a:chOff x="0" y="0"/>
            <a:chExt cx="28989" cy="173972"/>
          </a:xfrm>
        </p:grpSpPr>
        <p:sp>
          <p:nvSpPr>
            <p:cNvPr name="Freeform 10" id="10"/>
            <p:cNvSpPr/>
            <p:nvPr/>
          </p:nvSpPr>
          <p:spPr>
            <a:xfrm flipH="false" flipV="false" rot="0">
              <a:off x="0" y="0"/>
              <a:ext cx="28989" cy="173972"/>
            </a:xfrm>
            <a:custGeom>
              <a:avLst/>
              <a:gdLst/>
              <a:ahLst/>
              <a:cxnLst/>
              <a:rect r="r" b="b" t="t" l="l"/>
              <a:pathLst>
                <a:path h="173972" w="28989">
                  <a:moveTo>
                    <a:pt x="0" y="0"/>
                  </a:moveTo>
                  <a:lnTo>
                    <a:pt x="28989" y="0"/>
                  </a:lnTo>
                  <a:lnTo>
                    <a:pt x="28989" y="173972"/>
                  </a:lnTo>
                  <a:lnTo>
                    <a:pt x="0" y="173972"/>
                  </a:lnTo>
                  <a:close/>
                </a:path>
              </a:pathLst>
            </a:custGeom>
            <a:solidFill>
              <a:srgbClr val="335ACF"/>
            </a:solidFill>
          </p:spPr>
        </p:sp>
        <p:sp>
          <p:nvSpPr>
            <p:cNvPr name="TextBox 11" id="11"/>
            <p:cNvSpPr txBox="true"/>
            <p:nvPr/>
          </p:nvSpPr>
          <p:spPr>
            <a:xfrm>
              <a:off x="0" y="-38100"/>
              <a:ext cx="28989" cy="212072"/>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0">
            <a:off x="7222926" y="5797632"/>
            <a:ext cx="8887018" cy="8887018"/>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35ACF"/>
            </a:solidFill>
          </p:spPr>
        </p:sp>
        <p:sp>
          <p:nvSpPr>
            <p:cNvPr name="TextBox 14" id="14"/>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15" id="15"/>
          <p:cNvGrpSpPr>
            <a:grpSpLocks noChangeAspect="true"/>
          </p:cNvGrpSpPr>
          <p:nvPr/>
        </p:nvGrpSpPr>
        <p:grpSpPr>
          <a:xfrm rot="0">
            <a:off x="8713388" y="1860297"/>
            <a:ext cx="4627172" cy="9155655"/>
            <a:chOff x="0" y="0"/>
            <a:chExt cx="2620010" cy="5184140"/>
          </a:xfrm>
        </p:grpSpPr>
        <p:sp>
          <p:nvSpPr>
            <p:cNvPr name="Freeform 16" id="16"/>
            <p:cNvSpPr/>
            <p:nvPr/>
          </p:nvSpPr>
          <p:spPr>
            <a:xfrm flipH="false" flipV="false" rot="0">
              <a:off x="53340" y="25400"/>
              <a:ext cx="2513330" cy="5132070"/>
            </a:xfrm>
            <a:custGeom>
              <a:avLst/>
              <a:gdLst/>
              <a:ahLst/>
              <a:cxnLst/>
              <a:rect r="r" b="b" t="t" l="l"/>
              <a:pathLst>
                <a:path h="5132070" w="251333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sp>
        <p:sp>
          <p:nvSpPr>
            <p:cNvPr name="Freeform 17" id="17"/>
            <p:cNvSpPr/>
            <p:nvPr/>
          </p:nvSpPr>
          <p:spPr>
            <a:xfrm flipH="false" flipV="false" rot="0">
              <a:off x="185420" y="156210"/>
              <a:ext cx="2250453" cy="4876800"/>
            </a:xfrm>
            <a:custGeom>
              <a:avLst/>
              <a:gdLst/>
              <a:ahLst/>
              <a:cxnLst/>
              <a:rect r="r" b="b" t="t" l="l"/>
              <a:pathLst>
                <a:path h="4876800" w="2250453">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a:blip r:embed="rId4"/>
              <a:stretch>
                <a:fillRect l="-58351" t="0" r="-58351" b="0"/>
              </a:stretch>
            </a:blipFill>
          </p:spPr>
        </p:sp>
        <p:sp>
          <p:nvSpPr>
            <p:cNvPr name="Freeform 18" id="18"/>
            <p:cNvSpPr/>
            <p:nvPr/>
          </p:nvSpPr>
          <p:spPr>
            <a:xfrm flipH="false" flipV="false" rot="0">
              <a:off x="1121410" y="198120"/>
              <a:ext cx="347980" cy="43180"/>
            </a:xfrm>
            <a:custGeom>
              <a:avLst/>
              <a:gdLst/>
              <a:ahLst/>
              <a:cxnLst/>
              <a:rect r="r" b="b" t="t" l="l"/>
              <a:pathLst>
                <a:path h="43180" w="3479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606060"/>
            </a:solidFill>
          </p:spPr>
        </p:sp>
        <p:sp>
          <p:nvSpPr>
            <p:cNvPr name="Freeform 19" id="19"/>
            <p:cNvSpPr/>
            <p:nvPr/>
          </p:nvSpPr>
          <p:spPr>
            <a:xfrm flipH="false" flipV="false" rot="0">
              <a:off x="1579738" y="187960"/>
              <a:ext cx="63785" cy="63501"/>
            </a:xfrm>
            <a:custGeom>
              <a:avLst/>
              <a:gdLst/>
              <a:ahLst/>
              <a:cxnLst/>
              <a:rect r="r" b="b" t="t" l="l"/>
              <a:pathLst>
                <a:path h="63501" w="63785">
                  <a:moveTo>
                    <a:pt x="31892" y="0"/>
                  </a:moveTo>
                  <a:cubicBezTo>
                    <a:pt x="20515" y="-51"/>
                    <a:pt x="9980" y="5989"/>
                    <a:pt x="4277" y="15834"/>
                  </a:cubicBezTo>
                  <a:cubicBezTo>
                    <a:pt x="-1426" y="25678"/>
                    <a:pt x="-1426" y="37822"/>
                    <a:pt x="4277" y="47666"/>
                  </a:cubicBezTo>
                  <a:cubicBezTo>
                    <a:pt x="9980" y="57511"/>
                    <a:pt x="20515" y="63551"/>
                    <a:pt x="31892" y="63500"/>
                  </a:cubicBezTo>
                  <a:cubicBezTo>
                    <a:pt x="43269" y="63551"/>
                    <a:pt x="53804" y="57511"/>
                    <a:pt x="59507" y="47666"/>
                  </a:cubicBezTo>
                  <a:cubicBezTo>
                    <a:pt x="65210" y="37822"/>
                    <a:pt x="65210" y="25678"/>
                    <a:pt x="59507" y="15834"/>
                  </a:cubicBezTo>
                  <a:cubicBezTo>
                    <a:pt x="53804" y="5989"/>
                    <a:pt x="43269" y="-51"/>
                    <a:pt x="31892" y="0"/>
                  </a:cubicBezTo>
                  <a:close/>
                </a:path>
              </a:pathLst>
            </a:custGeom>
            <a:solidFill>
              <a:srgbClr val="606060"/>
            </a:solidFill>
          </p:spPr>
        </p:sp>
        <p:sp>
          <p:nvSpPr>
            <p:cNvPr name="Freeform 20" id="20"/>
            <p:cNvSpPr/>
            <p:nvPr/>
          </p:nvSpPr>
          <p:spPr>
            <a:xfrm flipH="false" flipV="false" rot="0">
              <a:off x="0" y="685800"/>
              <a:ext cx="27940" cy="213360"/>
            </a:xfrm>
            <a:custGeom>
              <a:avLst/>
              <a:gdLst/>
              <a:ahLst/>
              <a:cxnLst/>
              <a:rect r="r" b="b" t="t" l="l"/>
              <a:pathLst>
                <a:path h="213360" w="2794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B8B8B8"/>
            </a:solidFill>
          </p:spPr>
        </p:sp>
        <p:sp>
          <p:nvSpPr>
            <p:cNvPr name="Freeform 21" id="21"/>
            <p:cNvSpPr/>
            <p:nvPr/>
          </p:nvSpPr>
          <p:spPr>
            <a:xfrm flipH="false" flipV="false" rot="0">
              <a:off x="0" y="1057910"/>
              <a:ext cx="27940" cy="384810"/>
            </a:xfrm>
            <a:custGeom>
              <a:avLst/>
              <a:gdLst/>
              <a:ahLst/>
              <a:cxnLst/>
              <a:rect r="r" b="b" t="t" l="l"/>
              <a:pathLst>
                <a:path h="384810" w="2794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B8B8B8"/>
            </a:solidFill>
          </p:spPr>
        </p:sp>
        <p:sp>
          <p:nvSpPr>
            <p:cNvPr name="Freeform 22" id="22"/>
            <p:cNvSpPr/>
            <p:nvPr/>
          </p:nvSpPr>
          <p:spPr>
            <a:xfrm flipH="false" flipV="false" rot="0">
              <a:off x="0" y="1526540"/>
              <a:ext cx="27940" cy="386080"/>
            </a:xfrm>
            <a:custGeom>
              <a:avLst/>
              <a:gdLst/>
              <a:ahLst/>
              <a:cxnLst/>
              <a:rect r="r" b="b" t="t" l="l"/>
              <a:pathLst>
                <a:path h="386080" w="2794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B8B8B8"/>
            </a:solidFill>
          </p:spPr>
        </p:sp>
        <p:sp>
          <p:nvSpPr>
            <p:cNvPr name="Freeform 23" id="23"/>
            <p:cNvSpPr/>
            <p:nvPr/>
          </p:nvSpPr>
          <p:spPr>
            <a:xfrm flipH="false" flipV="false" rot="0">
              <a:off x="2592070" y="1184910"/>
              <a:ext cx="27940" cy="618490"/>
            </a:xfrm>
            <a:custGeom>
              <a:avLst/>
              <a:gdLst/>
              <a:ahLst/>
              <a:cxnLst/>
              <a:rect r="r" b="b" t="t" l="l"/>
              <a:pathLst>
                <a:path h="618490" w="2794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B8B8B8"/>
            </a:solidFill>
          </p:spPr>
        </p:sp>
        <p:sp>
          <p:nvSpPr>
            <p:cNvPr name="Freeform 24" id="24"/>
            <p:cNvSpPr/>
            <p:nvPr/>
          </p:nvSpPr>
          <p:spPr>
            <a:xfrm flipH="false" flipV="false" rot="0">
              <a:off x="27940" y="0"/>
              <a:ext cx="2564130" cy="5182870"/>
            </a:xfrm>
            <a:custGeom>
              <a:avLst/>
              <a:gdLst/>
              <a:ahLst/>
              <a:cxnLst/>
              <a:rect r="r" b="b" t="t" l="l"/>
              <a:pathLst>
                <a:path h="5182870" w="256413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E9E9E9"/>
            </a:solidFill>
          </p:spPr>
        </p:sp>
      </p:grpSp>
      <p:sp>
        <p:nvSpPr>
          <p:cNvPr name="TextBox 25" id="25"/>
          <p:cNvSpPr txBox="true"/>
          <p:nvPr/>
        </p:nvSpPr>
        <p:spPr>
          <a:xfrm rot="0">
            <a:off x="1039108" y="517674"/>
            <a:ext cx="1547756"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Studio Shodwe</a:t>
            </a:r>
          </a:p>
        </p:txBody>
      </p:sp>
      <p:sp>
        <p:nvSpPr>
          <p:cNvPr name="TextBox 26" id="26"/>
          <p:cNvSpPr txBox="true"/>
          <p:nvPr/>
        </p:nvSpPr>
        <p:spPr>
          <a:xfrm rot="0">
            <a:off x="15940842" y="517674"/>
            <a:ext cx="978460"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Contact</a:t>
            </a:r>
          </a:p>
        </p:txBody>
      </p:sp>
      <p:sp>
        <p:nvSpPr>
          <p:cNvPr name="TextBox 27" id="27"/>
          <p:cNvSpPr txBox="true"/>
          <p:nvPr/>
        </p:nvSpPr>
        <p:spPr>
          <a:xfrm rot="0">
            <a:off x="14385046" y="517674"/>
            <a:ext cx="1060497"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About Us</a:t>
            </a:r>
          </a:p>
        </p:txBody>
      </p:sp>
      <p:sp>
        <p:nvSpPr>
          <p:cNvPr name="TextBox 28" id="28"/>
          <p:cNvSpPr txBox="true"/>
          <p:nvPr/>
        </p:nvSpPr>
        <p:spPr>
          <a:xfrm rot="0">
            <a:off x="13154289" y="517674"/>
            <a:ext cx="735456"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Photo</a:t>
            </a:r>
          </a:p>
        </p:txBody>
      </p:sp>
      <p:sp>
        <p:nvSpPr>
          <p:cNvPr name="TextBox 29" id="29"/>
          <p:cNvSpPr txBox="true"/>
          <p:nvPr/>
        </p:nvSpPr>
        <p:spPr>
          <a:xfrm rot="0">
            <a:off x="11898530" y="517674"/>
            <a:ext cx="809760"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Home</a:t>
            </a:r>
          </a:p>
        </p:txBody>
      </p:sp>
      <p:grpSp>
        <p:nvGrpSpPr>
          <p:cNvPr name="Group 30" id="30"/>
          <p:cNvGrpSpPr>
            <a:grpSpLocks noChangeAspect="true"/>
          </p:cNvGrpSpPr>
          <p:nvPr/>
        </p:nvGrpSpPr>
        <p:grpSpPr>
          <a:xfrm rot="1427266">
            <a:off x="12617627" y="2278681"/>
            <a:ext cx="3556881" cy="7037901"/>
            <a:chOff x="0" y="0"/>
            <a:chExt cx="2620010" cy="5184140"/>
          </a:xfrm>
        </p:grpSpPr>
        <p:sp>
          <p:nvSpPr>
            <p:cNvPr name="Freeform 31" id="31"/>
            <p:cNvSpPr/>
            <p:nvPr/>
          </p:nvSpPr>
          <p:spPr>
            <a:xfrm flipH="false" flipV="false" rot="0">
              <a:off x="53340" y="25400"/>
              <a:ext cx="2513330" cy="5132070"/>
            </a:xfrm>
            <a:custGeom>
              <a:avLst/>
              <a:gdLst/>
              <a:ahLst/>
              <a:cxnLst/>
              <a:rect r="r" b="b" t="t" l="l"/>
              <a:pathLst>
                <a:path h="5132070" w="251333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sp>
        <p:sp>
          <p:nvSpPr>
            <p:cNvPr name="Freeform 32" id="32"/>
            <p:cNvSpPr/>
            <p:nvPr/>
          </p:nvSpPr>
          <p:spPr>
            <a:xfrm flipH="false" flipV="false" rot="0">
              <a:off x="185420" y="156210"/>
              <a:ext cx="2250453" cy="4876800"/>
            </a:xfrm>
            <a:custGeom>
              <a:avLst/>
              <a:gdLst/>
              <a:ahLst/>
              <a:cxnLst/>
              <a:rect r="r" b="b" t="t" l="l"/>
              <a:pathLst>
                <a:path h="4876800" w="2250453">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a:blip r:embed="rId4"/>
              <a:stretch>
                <a:fillRect l="-58351" t="0" r="-58351" b="0"/>
              </a:stretch>
            </a:blipFill>
          </p:spPr>
        </p:sp>
        <p:sp>
          <p:nvSpPr>
            <p:cNvPr name="Freeform 33" id="33"/>
            <p:cNvSpPr/>
            <p:nvPr/>
          </p:nvSpPr>
          <p:spPr>
            <a:xfrm flipH="false" flipV="false" rot="0">
              <a:off x="1121410" y="198120"/>
              <a:ext cx="347980" cy="43180"/>
            </a:xfrm>
            <a:custGeom>
              <a:avLst/>
              <a:gdLst/>
              <a:ahLst/>
              <a:cxnLst/>
              <a:rect r="r" b="b" t="t" l="l"/>
              <a:pathLst>
                <a:path h="43180" w="3479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606060"/>
            </a:solidFill>
          </p:spPr>
        </p:sp>
        <p:sp>
          <p:nvSpPr>
            <p:cNvPr name="Freeform 34" id="34"/>
            <p:cNvSpPr/>
            <p:nvPr/>
          </p:nvSpPr>
          <p:spPr>
            <a:xfrm flipH="false" flipV="false" rot="0">
              <a:off x="1579738" y="187960"/>
              <a:ext cx="63785" cy="63501"/>
            </a:xfrm>
            <a:custGeom>
              <a:avLst/>
              <a:gdLst/>
              <a:ahLst/>
              <a:cxnLst/>
              <a:rect r="r" b="b" t="t" l="l"/>
              <a:pathLst>
                <a:path h="63501" w="63785">
                  <a:moveTo>
                    <a:pt x="31892" y="0"/>
                  </a:moveTo>
                  <a:cubicBezTo>
                    <a:pt x="20515" y="-51"/>
                    <a:pt x="9980" y="5989"/>
                    <a:pt x="4277" y="15834"/>
                  </a:cubicBezTo>
                  <a:cubicBezTo>
                    <a:pt x="-1426" y="25678"/>
                    <a:pt x="-1426" y="37822"/>
                    <a:pt x="4277" y="47666"/>
                  </a:cubicBezTo>
                  <a:cubicBezTo>
                    <a:pt x="9980" y="57511"/>
                    <a:pt x="20515" y="63551"/>
                    <a:pt x="31892" y="63500"/>
                  </a:cubicBezTo>
                  <a:cubicBezTo>
                    <a:pt x="43269" y="63551"/>
                    <a:pt x="53804" y="57511"/>
                    <a:pt x="59507" y="47666"/>
                  </a:cubicBezTo>
                  <a:cubicBezTo>
                    <a:pt x="65210" y="37822"/>
                    <a:pt x="65210" y="25678"/>
                    <a:pt x="59507" y="15834"/>
                  </a:cubicBezTo>
                  <a:cubicBezTo>
                    <a:pt x="53804" y="5989"/>
                    <a:pt x="43269" y="-51"/>
                    <a:pt x="31892" y="0"/>
                  </a:cubicBezTo>
                  <a:close/>
                </a:path>
              </a:pathLst>
            </a:custGeom>
            <a:solidFill>
              <a:srgbClr val="606060"/>
            </a:solidFill>
          </p:spPr>
        </p:sp>
        <p:sp>
          <p:nvSpPr>
            <p:cNvPr name="Freeform 35" id="35"/>
            <p:cNvSpPr/>
            <p:nvPr/>
          </p:nvSpPr>
          <p:spPr>
            <a:xfrm flipH="false" flipV="false" rot="0">
              <a:off x="0" y="685800"/>
              <a:ext cx="27940" cy="213360"/>
            </a:xfrm>
            <a:custGeom>
              <a:avLst/>
              <a:gdLst/>
              <a:ahLst/>
              <a:cxnLst/>
              <a:rect r="r" b="b" t="t" l="l"/>
              <a:pathLst>
                <a:path h="213360" w="2794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B8B8B8"/>
            </a:solidFill>
          </p:spPr>
        </p:sp>
        <p:sp>
          <p:nvSpPr>
            <p:cNvPr name="Freeform 36" id="36"/>
            <p:cNvSpPr/>
            <p:nvPr/>
          </p:nvSpPr>
          <p:spPr>
            <a:xfrm flipH="false" flipV="false" rot="0">
              <a:off x="0" y="1057910"/>
              <a:ext cx="27940" cy="384810"/>
            </a:xfrm>
            <a:custGeom>
              <a:avLst/>
              <a:gdLst/>
              <a:ahLst/>
              <a:cxnLst/>
              <a:rect r="r" b="b" t="t" l="l"/>
              <a:pathLst>
                <a:path h="384810" w="2794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B8B8B8"/>
            </a:solidFill>
          </p:spPr>
        </p:sp>
        <p:sp>
          <p:nvSpPr>
            <p:cNvPr name="Freeform 37" id="37"/>
            <p:cNvSpPr/>
            <p:nvPr/>
          </p:nvSpPr>
          <p:spPr>
            <a:xfrm flipH="false" flipV="false" rot="0">
              <a:off x="0" y="1526540"/>
              <a:ext cx="27940" cy="386080"/>
            </a:xfrm>
            <a:custGeom>
              <a:avLst/>
              <a:gdLst/>
              <a:ahLst/>
              <a:cxnLst/>
              <a:rect r="r" b="b" t="t" l="l"/>
              <a:pathLst>
                <a:path h="386080" w="2794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B8B8B8"/>
            </a:solidFill>
          </p:spPr>
        </p:sp>
        <p:sp>
          <p:nvSpPr>
            <p:cNvPr name="Freeform 38" id="38"/>
            <p:cNvSpPr/>
            <p:nvPr/>
          </p:nvSpPr>
          <p:spPr>
            <a:xfrm flipH="false" flipV="false" rot="0">
              <a:off x="2592070" y="1184910"/>
              <a:ext cx="27940" cy="618490"/>
            </a:xfrm>
            <a:custGeom>
              <a:avLst/>
              <a:gdLst/>
              <a:ahLst/>
              <a:cxnLst/>
              <a:rect r="r" b="b" t="t" l="l"/>
              <a:pathLst>
                <a:path h="618490" w="2794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B8B8B8"/>
            </a:solidFill>
          </p:spPr>
        </p:sp>
        <p:sp>
          <p:nvSpPr>
            <p:cNvPr name="Freeform 39" id="39"/>
            <p:cNvSpPr/>
            <p:nvPr/>
          </p:nvSpPr>
          <p:spPr>
            <a:xfrm flipH="false" flipV="false" rot="0">
              <a:off x="27940" y="0"/>
              <a:ext cx="2564130" cy="5182870"/>
            </a:xfrm>
            <a:custGeom>
              <a:avLst/>
              <a:gdLst/>
              <a:ahLst/>
              <a:cxnLst/>
              <a:rect r="r" b="b" t="t" l="l"/>
              <a:pathLst>
                <a:path h="5182870" w="256413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E9E9E9"/>
            </a:solidFill>
          </p:spPr>
        </p:sp>
      </p:grpSp>
      <p:grpSp>
        <p:nvGrpSpPr>
          <p:cNvPr name="Group 40" id="40"/>
          <p:cNvGrpSpPr/>
          <p:nvPr/>
        </p:nvGrpSpPr>
        <p:grpSpPr>
          <a:xfrm rot="0">
            <a:off x="2005352" y="3702532"/>
            <a:ext cx="1042538" cy="47625"/>
            <a:chOff x="0" y="0"/>
            <a:chExt cx="274578" cy="12543"/>
          </a:xfrm>
        </p:grpSpPr>
        <p:sp>
          <p:nvSpPr>
            <p:cNvPr name="Freeform 41" id="41"/>
            <p:cNvSpPr/>
            <p:nvPr/>
          </p:nvSpPr>
          <p:spPr>
            <a:xfrm flipH="false" flipV="false" rot="0">
              <a:off x="0" y="0"/>
              <a:ext cx="274578" cy="12543"/>
            </a:xfrm>
            <a:custGeom>
              <a:avLst/>
              <a:gdLst/>
              <a:ahLst/>
              <a:cxnLst/>
              <a:rect r="r" b="b" t="t" l="l"/>
              <a:pathLst>
                <a:path h="12543" w="274578">
                  <a:moveTo>
                    <a:pt x="6272" y="0"/>
                  </a:moveTo>
                  <a:lnTo>
                    <a:pt x="268306" y="0"/>
                  </a:lnTo>
                  <a:cubicBezTo>
                    <a:pt x="269970" y="0"/>
                    <a:pt x="271565" y="661"/>
                    <a:pt x="272741" y="1837"/>
                  </a:cubicBezTo>
                  <a:cubicBezTo>
                    <a:pt x="273917" y="3013"/>
                    <a:pt x="274578" y="4608"/>
                    <a:pt x="274578" y="6272"/>
                  </a:cubicBezTo>
                  <a:lnTo>
                    <a:pt x="274578" y="6272"/>
                  </a:lnTo>
                  <a:cubicBezTo>
                    <a:pt x="274578" y="7935"/>
                    <a:pt x="273917" y="9530"/>
                    <a:pt x="272741" y="10706"/>
                  </a:cubicBezTo>
                  <a:cubicBezTo>
                    <a:pt x="271565" y="11882"/>
                    <a:pt x="269970" y="12543"/>
                    <a:pt x="268306" y="12543"/>
                  </a:cubicBezTo>
                  <a:lnTo>
                    <a:pt x="6272" y="12543"/>
                  </a:lnTo>
                  <a:cubicBezTo>
                    <a:pt x="4608" y="12543"/>
                    <a:pt x="3013" y="11882"/>
                    <a:pt x="1837" y="10706"/>
                  </a:cubicBezTo>
                  <a:cubicBezTo>
                    <a:pt x="661" y="9530"/>
                    <a:pt x="0" y="7935"/>
                    <a:pt x="0" y="6272"/>
                  </a:cubicBezTo>
                  <a:lnTo>
                    <a:pt x="0" y="6272"/>
                  </a:lnTo>
                  <a:cubicBezTo>
                    <a:pt x="0" y="4608"/>
                    <a:pt x="661" y="3013"/>
                    <a:pt x="1837" y="1837"/>
                  </a:cubicBezTo>
                  <a:cubicBezTo>
                    <a:pt x="3013" y="661"/>
                    <a:pt x="4608" y="0"/>
                    <a:pt x="6272" y="0"/>
                  </a:cubicBezTo>
                  <a:close/>
                </a:path>
              </a:pathLst>
            </a:custGeom>
            <a:solidFill>
              <a:srgbClr val="335ACF"/>
            </a:solidFill>
          </p:spPr>
        </p:sp>
        <p:sp>
          <p:nvSpPr>
            <p:cNvPr name="TextBox 42" id="42"/>
            <p:cNvSpPr txBox="true"/>
            <p:nvPr/>
          </p:nvSpPr>
          <p:spPr>
            <a:xfrm>
              <a:off x="0" y="-38100"/>
              <a:ext cx="274578" cy="50643"/>
            </a:xfrm>
            <a:prstGeom prst="rect">
              <a:avLst/>
            </a:prstGeom>
          </p:spPr>
          <p:txBody>
            <a:bodyPr anchor="ctr" rtlCol="false" tIns="50800" lIns="50800" bIns="50800" rIns="50800"/>
            <a:lstStyle/>
            <a:p>
              <a:pPr algn="ctr">
                <a:lnSpc>
                  <a:spcPts val="2659"/>
                </a:lnSpc>
              </a:pPr>
            </a:p>
          </p:txBody>
        </p:sp>
      </p:grpSp>
      <p:sp>
        <p:nvSpPr>
          <p:cNvPr name="TextBox 43" id="43"/>
          <p:cNvSpPr txBox="true"/>
          <p:nvPr/>
        </p:nvSpPr>
        <p:spPr>
          <a:xfrm rot="0">
            <a:off x="2005352" y="2792780"/>
            <a:ext cx="4982921" cy="731677"/>
          </a:xfrm>
          <a:prstGeom prst="rect">
            <a:avLst/>
          </a:prstGeom>
        </p:spPr>
        <p:txBody>
          <a:bodyPr anchor="t" rtlCol="false" tIns="0" lIns="0" bIns="0" rIns="0">
            <a:spAutoFit/>
          </a:bodyPr>
          <a:lstStyle/>
          <a:p>
            <a:pPr algn="l">
              <a:lnSpc>
                <a:spcPts val="5336"/>
              </a:lnSpc>
            </a:pPr>
            <a:r>
              <a:rPr lang="en-US" sz="4560" b="true">
                <a:solidFill>
                  <a:srgbClr val="1F2020"/>
                </a:solidFill>
                <a:latin typeface="Poppins Bold"/>
                <a:ea typeface="Poppins Bold"/>
                <a:cs typeface="Poppins Bold"/>
                <a:sym typeface="Poppins Bold"/>
              </a:rPr>
              <a:t>Contact Us</a:t>
            </a:r>
          </a:p>
        </p:txBody>
      </p:sp>
      <p:sp>
        <p:nvSpPr>
          <p:cNvPr name="Freeform 44" id="44"/>
          <p:cNvSpPr/>
          <p:nvPr/>
        </p:nvSpPr>
        <p:spPr>
          <a:xfrm flipH="false" flipV="false" rot="0">
            <a:off x="2005352" y="4666888"/>
            <a:ext cx="351730" cy="351730"/>
          </a:xfrm>
          <a:custGeom>
            <a:avLst/>
            <a:gdLst/>
            <a:ahLst/>
            <a:cxnLst/>
            <a:rect r="r" b="b" t="t" l="l"/>
            <a:pathLst>
              <a:path h="351730" w="351730">
                <a:moveTo>
                  <a:pt x="0" y="0"/>
                </a:moveTo>
                <a:lnTo>
                  <a:pt x="351731" y="0"/>
                </a:lnTo>
                <a:lnTo>
                  <a:pt x="351731" y="351731"/>
                </a:lnTo>
                <a:lnTo>
                  <a:pt x="0" y="35173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45" id="45"/>
          <p:cNvSpPr txBox="true"/>
          <p:nvPr/>
        </p:nvSpPr>
        <p:spPr>
          <a:xfrm rot="0">
            <a:off x="2643200" y="4654394"/>
            <a:ext cx="3497630" cy="329093"/>
          </a:xfrm>
          <a:prstGeom prst="rect">
            <a:avLst/>
          </a:prstGeom>
        </p:spPr>
        <p:txBody>
          <a:bodyPr anchor="t" rtlCol="false" tIns="0" lIns="0" bIns="0" rIns="0">
            <a:spAutoFit/>
          </a:bodyPr>
          <a:lstStyle/>
          <a:p>
            <a:pPr algn="l">
              <a:lnSpc>
                <a:spcPts val="2614"/>
              </a:lnSpc>
              <a:spcBef>
                <a:spcPct val="0"/>
              </a:spcBef>
            </a:pPr>
            <a:r>
              <a:rPr lang="en-US" sz="1867">
                <a:solidFill>
                  <a:srgbClr val="1F2020"/>
                </a:solidFill>
                <a:latin typeface="Open Sans"/>
                <a:ea typeface="Open Sans"/>
                <a:cs typeface="Open Sans"/>
                <a:sym typeface="Open Sans"/>
              </a:rPr>
              <a:t>+123-456-7890</a:t>
            </a:r>
          </a:p>
        </p:txBody>
      </p:sp>
      <p:sp>
        <p:nvSpPr>
          <p:cNvPr name="Freeform 46" id="46"/>
          <p:cNvSpPr/>
          <p:nvPr/>
        </p:nvSpPr>
        <p:spPr>
          <a:xfrm flipH="false" flipV="false" rot="0">
            <a:off x="2005352" y="5481902"/>
            <a:ext cx="351730" cy="351730"/>
          </a:xfrm>
          <a:custGeom>
            <a:avLst/>
            <a:gdLst/>
            <a:ahLst/>
            <a:cxnLst/>
            <a:rect r="r" b="b" t="t" l="l"/>
            <a:pathLst>
              <a:path h="351730" w="351730">
                <a:moveTo>
                  <a:pt x="0" y="0"/>
                </a:moveTo>
                <a:lnTo>
                  <a:pt x="351731" y="0"/>
                </a:lnTo>
                <a:lnTo>
                  <a:pt x="351731" y="351730"/>
                </a:lnTo>
                <a:lnTo>
                  <a:pt x="0" y="35173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47" id="47"/>
          <p:cNvSpPr txBox="true"/>
          <p:nvPr/>
        </p:nvSpPr>
        <p:spPr>
          <a:xfrm rot="0">
            <a:off x="2643200" y="5469408"/>
            <a:ext cx="3497630" cy="329093"/>
          </a:xfrm>
          <a:prstGeom prst="rect">
            <a:avLst/>
          </a:prstGeom>
        </p:spPr>
        <p:txBody>
          <a:bodyPr anchor="t" rtlCol="false" tIns="0" lIns="0" bIns="0" rIns="0">
            <a:spAutoFit/>
          </a:bodyPr>
          <a:lstStyle/>
          <a:p>
            <a:pPr algn="l">
              <a:lnSpc>
                <a:spcPts val="2614"/>
              </a:lnSpc>
              <a:spcBef>
                <a:spcPct val="0"/>
              </a:spcBef>
            </a:pPr>
            <a:r>
              <a:rPr lang="en-US" sz="1867">
                <a:solidFill>
                  <a:srgbClr val="1F2020"/>
                </a:solidFill>
                <a:latin typeface="Open Sans"/>
                <a:ea typeface="Open Sans"/>
                <a:cs typeface="Open Sans"/>
                <a:sym typeface="Open Sans"/>
              </a:rPr>
              <a:t>www.reallygreatsite.com</a:t>
            </a:r>
          </a:p>
        </p:txBody>
      </p:sp>
      <p:sp>
        <p:nvSpPr>
          <p:cNvPr name="Freeform 48" id="48"/>
          <p:cNvSpPr/>
          <p:nvPr/>
        </p:nvSpPr>
        <p:spPr>
          <a:xfrm flipH="false" flipV="false" rot="0">
            <a:off x="2005352" y="6293146"/>
            <a:ext cx="351730" cy="351730"/>
          </a:xfrm>
          <a:custGeom>
            <a:avLst/>
            <a:gdLst/>
            <a:ahLst/>
            <a:cxnLst/>
            <a:rect r="r" b="b" t="t" l="l"/>
            <a:pathLst>
              <a:path h="351730" w="351730">
                <a:moveTo>
                  <a:pt x="0" y="0"/>
                </a:moveTo>
                <a:lnTo>
                  <a:pt x="351731" y="0"/>
                </a:lnTo>
                <a:lnTo>
                  <a:pt x="351731" y="351730"/>
                </a:lnTo>
                <a:lnTo>
                  <a:pt x="0" y="35173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49" id="49"/>
          <p:cNvSpPr txBox="true"/>
          <p:nvPr/>
        </p:nvSpPr>
        <p:spPr>
          <a:xfrm rot="0">
            <a:off x="2643200" y="6287365"/>
            <a:ext cx="3497630" cy="329093"/>
          </a:xfrm>
          <a:prstGeom prst="rect">
            <a:avLst/>
          </a:prstGeom>
        </p:spPr>
        <p:txBody>
          <a:bodyPr anchor="t" rtlCol="false" tIns="0" lIns="0" bIns="0" rIns="0">
            <a:spAutoFit/>
          </a:bodyPr>
          <a:lstStyle/>
          <a:p>
            <a:pPr algn="l">
              <a:lnSpc>
                <a:spcPts val="2614"/>
              </a:lnSpc>
              <a:spcBef>
                <a:spcPct val="0"/>
              </a:spcBef>
            </a:pPr>
            <a:r>
              <a:rPr lang="en-US" sz="1867">
                <a:solidFill>
                  <a:srgbClr val="1F2020"/>
                </a:solidFill>
                <a:latin typeface="Open Sans"/>
                <a:ea typeface="Open Sans"/>
                <a:cs typeface="Open Sans"/>
                <a:sym typeface="Open Sans"/>
              </a:rPr>
              <a:t>hello@reallygreatsite.com</a:t>
            </a:r>
          </a:p>
        </p:txBody>
      </p:sp>
      <p:sp>
        <p:nvSpPr>
          <p:cNvPr name="Freeform 50" id="50"/>
          <p:cNvSpPr/>
          <p:nvPr/>
        </p:nvSpPr>
        <p:spPr>
          <a:xfrm flipH="false" flipV="false" rot="0">
            <a:off x="2005352" y="7104389"/>
            <a:ext cx="351730" cy="351730"/>
          </a:xfrm>
          <a:custGeom>
            <a:avLst/>
            <a:gdLst/>
            <a:ahLst/>
            <a:cxnLst/>
            <a:rect r="r" b="b" t="t" l="l"/>
            <a:pathLst>
              <a:path h="351730" w="351730">
                <a:moveTo>
                  <a:pt x="0" y="0"/>
                </a:moveTo>
                <a:lnTo>
                  <a:pt x="351731" y="0"/>
                </a:lnTo>
                <a:lnTo>
                  <a:pt x="351731" y="351731"/>
                </a:lnTo>
                <a:lnTo>
                  <a:pt x="0" y="351731"/>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TextBox 51" id="51"/>
          <p:cNvSpPr txBox="true"/>
          <p:nvPr/>
        </p:nvSpPr>
        <p:spPr>
          <a:xfrm rot="0">
            <a:off x="2643200" y="7109681"/>
            <a:ext cx="4743852" cy="329093"/>
          </a:xfrm>
          <a:prstGeom prst="rect">
            <a:avLst/>
          </a:prstGeom>
        </p:spPr>
        <p:txBody>
          <a:bodyPr anchor="t" rtlCol="false" tIns="0" lIns="0" bIns="0" rIns="0">
            <a:spAutoFit/>
          </a:bodyPr>
          <a:lstStyle/>
          <a:p>
            <a:pPr algn="l">
              <a:lnSpc>
                <a:spcPts val="2614"/>
              </a:lnSpc>
              <a:spcBef>
                <a:spcPct val="0"/>
              </a:spcBef>
            </a:pPr>
            <a:r>
              <a:rPr lang="en-US" sz="1867">
                <a:solidFill>
                  <a:srgbClr val="1F2020"/>
                </a:solidFill>
                <a:latin typeface="Open Sans"/>
                <a:ea typeface="Open Sans"/>
                <a:cs typeface="Open Sans"/>
                <a:sym typeface="Open Sans"/>
              </a:rPr>
              <a:t>123 Anywhere ST., Any City, ST 12345</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293116" y="565634"/>
            <a:ext cx="397367" cy="28996"/>
            <a:chOff x="0" y="0"/>
            <a:chExt cx="128243" cy="9358"/>
          </a:xfrm>
        </p:grpSpPr>
        <p:sp>
          <p:nvSpPr>
            <p:cNvPr name="Freeform 3" id="3"/>
            <p:cNvSpPr/>
            <p:nvPr/>
          </p:nvSpPr>
          <p:spPr>
            <a:xfrm flipH="false" flipV="false" rot="0">
              <a:off x="0" y="0"/>
              <a:ext cx="128243" cy="9358"/>
            </a:xfrm>
            <a:custGeom>
              <a:avLst/>
              <a:gdLst/>
              <a:ahLst/>
              <a:cxnLst/>
              <a:rect r="r" b="b" t="t" l="l"/>
              <a:pathLst>
                <a:path h="9358" w="128243">
                  <a:moveTo>
                    <a:pt x="0" y="0"/>
                  </a:moveTo>
                  <a:lnTo>
                    <a:pt x="128243" y="0"/>
                  </a:lnTo>
                  <a:lnTo>
                    <a:pt x="128243" y="9358"/>
                  </a:lnTo>
                  <a:lnTo>
                    <a:pt x="0" y="9358"/>
                  </a:lnTo>
                  <a:close/>
                </a:path>
              </a:pathLst>
            </a:custGeom>
            <a:solidFill>
              <a:srgbClr val="335ACF"/>
            </a:solidFill>
          </p:spPr>
        </p:sp>
        <p:sp>
          <p:nvSpPr>
            <p:cNvPr name="TextBox 4" id="4"/>
            <p:cNvSpPr txBox="true"/>
            <p:nvPr/>
          </p:nvSpPr>
          <p:spPr>
            <a:xfrm>
              <a:off x="0" y="-38100"/>
              <a:ext cx="128243" cy="47458"/>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7293116" y="657737"/>
            <a:ext cx="397367" cy="28996"/>
            <a:chOff x="0" y="0"/>
            <a:chExt cx="128243" cy="9358"/>
          </a:xfrm>
        </p:grpSpPr>
        <p:sp>
          <p:nvSpPr>
            <p:cNvPr name="Freeform 6" id="6"/>
            <p:cNvSpPr/>
            <p:nvPr/>
          </p:nvSpPr>
          <p:spPr>
            <a:xfrm flipH="false" flipV="false" rot="0">
              <a:off x="0" y="0"/>
              <a:ext cx="128243" cy="9358"/>
            </a:xfrm>
            <a:custGeom>
              <a:avLst/>
              <a:gdLst/>
              <a:ahLst/>
              <a:cxnLst/>
              <a:rect r="r" b="b" t="t" l="l"/>
              <a:pathLst>
                <a:path h="9358" w="128243">
                  <a:moveTo>
                    <a:pt x="0" y="0"/>
                  </a:moveTo>
                  <a:lnTo>
                    <a:pt x="128243" y="0"/>
                  </a:lnTo>
                  <a:lnTo>
                    <a:pt x="128243" y="9358"/>
                  </a:lnTo>
                  <a:lnTo>
                    <a:pt x="0" y="9358"/>
                  </a:lnTo>
                  <a:close/>
                </a:path>
              </a:pathLst>
            </a:custGeom>
            <a:solidFill>
              <a:srgbClr val="335ACF"/>
            </a:solidFill>
          </p:spPr>
        </p:sp>
        <p:sp>
          <p:nvSpPr>
            <p:cNvPr name="TextBox 7" id="7"/>
            <p:cNvSpPr txBox="true"/>
            <p:nvPr/>
          </p:nvSpPr>
          <p:spPr>
            <a:xfrm>
              <a:off x="0" y="-38100"/>
              <a:ext cx="128243" cy="47458"/>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false" flipV="false" rot="0">
            <a:off x="673429" y="486649"/>
            <a:ext cx="274427" cy="260019"/>
          </a:xfrm>
          <a:custGeom>
            <a:avLst/>
            <a:gdLst/>
            <a:ahLst/>
            <a:cxnLst/>
            <a:rect r="r" b="b" t="t" l="l"/>
            <a:pathLst>
              <a:path h="260019" w="274427">
                <a:moveTo>
                  <a:pt x="0" y="0"/>
                </a:moveTo>
                <a:lnTo>
                  <a:pt x="274427" y="0"/>
                </a:lnTo>
                <a:lnTo>
                  <a:pt x="274427" y="260020"/>
                </a:lnTo>
                <a:lnTo>
                  <a:pt x="0" y="26002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9" id="9"/>
          <p:cNvGrpSpPr/>
          <p:nvPr/>
        </p:nvGrpSpPr>
        <p:grpSpPr>
          <a:xfrm rot="0">
            <a:off x="-1148802" y="7301218"/>
            <a:ext cx="20585603" cy="5264356"/>
            <a:chOff x="0" y="0"/>
            <a:chExt cx="4274726" cy="1093176"/>
          </a:xfrm>
        </p:grpSpPr>
        <p:sp>
          <p:nvSpPr>
            <p:cNvPr name="Freeform 10" id="10"/>
            <p:cNvSpPr/>
            <p:nvPr/>
          </p:nvSpPr>
          <p:spPr>
            <a:xfrm flipH="false" flipV="false" rot="0">
              <a:off x="0" y="0"/>
              <a:ext cx="4274726" cy="1093176"/>
            </a:xfrm>
            <a:custGeom>
              <a:avLst/>
              <a:gdLst/>
              <a:ahLst/>
              <a:cxnLst/>
              <a:rect r="r" b="b" t="t" l="l"/>
              <a:pathLst>
                <a:path h="1093176" w="4274726">
                  <a:moveTo>
                    <a:pt x="2137363" y="0"/>
                  </a:moveTo>
                  <a:cubicBezTo>
                    <a:pt x="956930" y="0"/>
                    <a:pt x="0" y="244716"/>
                    <a:pt x="0" y="546588"/>
                  </a:cubicBezTo>
                  <a:cubicBezTo>
                    <a:pt x="0" y="848460"/>
                    <a:pt x="956930" y="1093176"/>
                    <a:pt x="2137363" y="1093176"/>
                  </a:cubicBezTo>
                  <a:cubicBezTo>
                    <a:pt x="3317796" y="1093176"/>
                    <a:pt x="4274726" y="848460"/>
                    <a:pt x="4274726" y="546588"/>
                  </a:cubicBezTo>
                  <a:cubicBezTo>
                    <a:pt x="4274726" y="244716"/>
                    <a:pt x="3317796" y="0"/>
                    <a:pt x="2137363" y="0"/>
                  </a:cubicBezTo>
                  <a:close/>
                </a:path>
              </a:pathLst>
            </a:custGeom>
            <a:solidFill>
              <a:srgbClr val="335ACF"/>
            </a:solidFill>
          </p:spPr>
        </p:sp>
        <p:sp>
          <p:nvSpPr>
            <p:cNvPr name="TextBox 11" id="11"/>
            <p:cNvSpPr txBox="true"/>
            <p:nvPr/>
          </p:nvSpPr>
          <p:spPr>
            <a:xfrm>
              <a:off x="400756" y="64385"/>
              <a:ext cx="3473215" cy="926305"/>
            </a:xfrm>
            <a:prstGeom prst="rect">
              <a:avLst/>
            </a:prstGeom>
          </p:spPr>
          <p:txBody>
            <a:bodyPr anchor="ctr" rtlCol="false" tIns="50800" lIns="50800" bIns="50800" rIns="50800"/>
            <a:lstStyle/>
            <a:p>
              <a:pPr algn="ctr">
                <a:lnSpc>
                  <a:spcPts val="2659"/>
                </a:lnSpc>
              </a:pPr>
            </a:p>
          </p:txBody>
        </p:sp>
      </p:grpSp>
      <p:grpSp>
        <p:nvGrpSpPr>
          <p:cNvPr name="Group 12" id="12"/>
          <p:cNvGrpSpPr>
            <a:grpSpLocks noChangeAspect="true"/>
          </p:cNvGrpSpPr>
          <p:nvPr/>
        </p:nvGrpSpPr>
        <p:grpSpPr>
          <a:xfrm rot="0">
            <a:off x="7406341" y="4044667"/>
            <a:ext cx="3475318" cy="6876514"/>
            <a:chOff x="0" y="0"/>
            <a:chExt cx="2620010" cy="5184140"/>
          </a:xfrm>
        </p:grpSpPr>
        <p:sp>
          <p:nvSpPr>
            <p:cNvPr name="Freeform 13" id="13"/>
            <p:cNvSpPr/>
            <p:nvPr/>
          </p:nvSpPr>
          <p:spPr>
            <a:xfrm flipH="false" flipV="false" rot="0">
              <a:off x="53340" y="25400"/>
              <a:ext cx="2513330" cy="5132070"/>
            </a:xfrm>
            <a:custGeom>
              <a:avLst/>
              <a:gdLst/>
              <a:ahLst/>
              <a:cxnLst/>
              <a:rect r="r" b="b" t="t" l="l"/>
              <a:pathLst>
                <a:path h="5132070" w="251333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sp>
        <p:sp>
          <p:nvSpPr>
            <p:cNvPr name="Freeform 14" id="14"/>
            <p:cNvSpPr/>
            <p:nvPr/>
          </p:nvSpPr>
          <p:spPr>
            <a:xfrm flipH="false" flipV="false" rot="0">
              <a:off x="185420" y="156210"/>
              <a:ext cx="2250453" cy="4876800"/>
            </a:xfrm>
            <a:custGeom>
              <a:avLst/>
              <a:gdLst/>
              <a:ahLst/>
              <a:cxnLst/>
              <a:rect r="r" b="b" t="t" l="l"/>
              <a:pathLst>
                <a:path h="4876800" w="2250453">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a:blip r:embed="rId4"/>
              <a:stretch>
                <a:fillRect l="-58351" t="0" r="-58351" b="0"/>
              </a:stretch>
            </a:blipFill>
          </p:spPr>
        </p:sp>
        <p:sp>
          <p:nvSpPr>
            <p:cNvPr name="Freeform 15" id="15"/>
            <p:cNvSpPr/>
            <p:nvPr/>
          </p:nvSpPr>
          <p:spPr>
            <a:xfrm flipH="false" flipV="false" rot="0">
              <a:off x="1121410" y="198120"/>
              <a:ext cx="347980" cy="43180"/>
            </a:xfrm>
            <a:custGeom>
              <a:avLst/>
              <a:gdLst/>
              <a:ahLst/>
              <a:cxnLst/>
              <a:rect r="r" b="b" t="t" l="l"/>
              <a:pathLst>
                <a:path h="43180" w="3479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606060"/>
            </a:solidFill>
          </p:spPr>
        </p:sp>
        <p:sp>
          <p:nvSpPr>
            <p:cNvPr name="Freeform 16" id="16"/>
            <p:cNvSpPr/>
            <p:nvPr/>
          </p:nvSpPr>
          <p:spPr>
            <a:xfrm flipH="false" flipV="false" rot="0">
              <a:off x="1579738" y="187960"/>
              <a:ext cx="63785" cy="63501"/>
            </a:xfrm>
            <a:custGeom>
              <a:avLst/>
              <a:gdLst/>
              <a:ahLst/>
              <a:cxnLst/>
              <a:rect r="r" b="b" t="t" l="l"/>
              <a:pathLst>
                <a:path h="63501" w="63785">
                  <a:moveTo>
                    <a:pt x="31892" y="0"/>
                  </a:moveTo>
                  <a:cubicBezTo>
                    <a:pt x="20515" y="-51"/>
                    <a:pt x="9980" y="5989"/>
                    <a:pt x="4277" y="15834"/>
                  </a:cubicBezTo>
                  <a:cubicBezTo>
                    <a:pt x="-1426" y="25678"/>
                    <a:pt x="-1426" y="37822"/>
                    <a:pt x="4277" y="47666"/>
                  </a:cubicBezTo>
                  <a:cubicBezTo>
                    <a:pt x="9980" y="57511"/>
                    <a:pt x="20515" y="63551"/>
                    <a:pt x="31892" y="63500"/>
                  </a:cubicBezTo>
                  <a:cubicBezTo>
                    <a:pt x="43269" y="63551"/>
                    <a:pt x="53804" y="57511"/>
                    <a:pt x="59507" y="47666"/>
                  </a:cubicBezTo>
                  <a:cubicBezTo>
                    <a:pt x="65210" y="37822"/>
                    <a:pt x="65210" y="25678"/>
                    <a:pt x="59507" y="15834"/>
                  </a:cubicBezTo>
                  <a:cubicBezTo>
                    <a:pt x="53804" y="5989"/>
                    <a:pt x="43269" y="-51"/>
                    <a:pt x="31892" y="0"/>
                  </a:cubicBezTo>
                  <a:close/>
                </a:path>
              </a:pathLst>
            </a:custGeom>
            <a:solidFill>
              <a:srgbClr val="606060"/>
            </a:solidFill>
          </p:spPr>
        </p:sp>
        <p:sp>
          <p:nvSpPr>
            <p:cNvPr name="Freeform 17" id="17"/>
            <p:cNvSpPr/>
            <p:nvPr/>
          </p:nvSpPr>
          <p:spPr>
            <a:xfrm flipH="false" flipV="false" rot="0">
              <a:off x="0" y="685800"/>
              <a:ext cx="27940" cy="213360"/>
            </a:xfrm>
            <a:custGeom>
              <a:avLst/>
              <a:gdLst/>
              <a:ahLst/>
              <a:cxnLst/>
              <a:rect r="r" b="b" t="t" l="l"/>
              <a:pathLst>
                <a:path h="213360" w="2794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B8B8B8"/>
            </a:solidFill>
          </p:spPr>
        </p:sp>
        <p:sp>
          <p:nvSpPr>
            <p:cNvPr name="Freeform 18" id="18"/>
            <p:cNvSpPr/>
            <p:nvPr/>
          </p:nvSpPr>
          <p:spPr>
            <a:xfrm flipH="false" flipV="false" rot="0">
              <a:off x="0" y="1057910"/>
              <a:ext cx="27940" cy="384810"/>
            </a:xfrm>
            <a:custGeom>
              <a:avLst/>
              <a:gdLst/>
              <a:ahLst/>
              <a:cxnLst/>
              <a:rect r="r" b="b" t="t" l="l"/>
              <a:pathLst>
                <a:path h="384810" w="2794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B8B8B8"/>
            </a:solidFill>
          </p:spPr>
        </p:sp>
        <p:sp>
          <p:nvSpPr>
            <p:cNvPr name="Freeform 19" id="19"/>
            <p:cNvSpPr/>
            <p:nvPr/>
          </p:nvSpPr>
          <p:spPr>
            <a:xfrm flipH="false" flipV="false" rot="0">
              <a:off x="0" y="1526540"/>
              <a:ext cx="27940" cy="386080"/>
            </a:xfrm>
            <a:custGeom>
              <a:avLst/>
              <a:gdLst/>
              <a:ahLst/>
              <a:cxnLst/>
              <a:rect r="r" b="b" t="t" l="l"/>
              <a:pathLst>
                <a:path h="386080" w="2794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B8B8B8"/>
            </a:solidFill>
          </p:spPr>
        </p:sp>
        <p:sp>
          <p:nvSpPr>
            <p:cNvPr name="Freeform 20" id="20"/>
            <p:cNvSpPr/>
            <p:nvPr/>
          </p:nvSpPr>
          <p:spPr>
            <a:xfrm flipH="false" flipV="false" rot="0">
              <a:off x="2592070" y="1184910"/>
              <a:ext cx="27940" cy="618490"/>
            </a:xfrm>
            <a:custGeom>
              <a:avLst/>
              <a:gdLst/>
              <a:ahLst/>
              <a:cxnLst/>
              <a:rect r="r" b="b" t="t" l="l"/>
              <a:pathLst>
                <a:path h="618490" w="2794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B8B8B8"/>
            </a:solidFill>
          </p:spPr>
        </p:sp>
        <p:sp>
          <p:nvSpPr>
            <p:cNvPr name="Freeform 21" id="21"/>
            <p:cNvSpPr/>
            <p:nvPr/>
          </p:nvSpPr>
          <p:spPr>
            <a:xfrm flipH="false" flipV="false" rot="0">
              <a:off x="27940" y="0"/>
              <a:ext cx="2564130" cy="5182870"/>
            </a:xfrm>
            <a:custGeom>
              <a:avLst/>
              <a:gdLst/>
              <a:ahLst/>
              <a:cxnLst/>
              <a:rect r="r" b="b" t="t" l="l"/>
              <a:pathLst>
                <a:path h="5182870" w="256413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E9E9E9"/>
            </a:solidFill>
          </p:spPr>
        </p:sp>
      </p:grpSp>
      <p:grpSp>
        <p:nvGrpSpPr>
          <p:cNvPr name="Group 22" id="22"/>
          <p:cNvGrpSpPr>
            <a:grpSpLocks noChangeAspect="true"/>
          </p:cNvGrpSpPr>
          <p:nvPr/>
        </p:nvGrpSpPr>
        <p:grpSpPr>
          <a:xfrm rot="0">
            <a:off x="10329460" y="5143500"/>
            <a:ext cx="2919979" cy="5777681"/>
            <a:chOff x="0" y="0"/>
            <a:chExt cx="2620010" cy="5184140"/>
          </a:xfrm>
        </p:grpSpPr>
        <p:sp>
          <p:nvSpPr>
            <p:cNvPr name="Freeform 23" id="23"/>
            <p:cNvSpPr/>
            <p:nvPr/>
          </p:nvSpPr>
          <p:spPr>
            <a:xfrm flipH="false" flipV="false" rot="0">
              <a:off x="53340" y="25400"/>
              <a:ext cx="2513330" cy="5132070"/>
            </a:xfrm>
            <a:custGeom>
              <a:avLst/>
              <a:gdLst/>
              <a:ahLst/>
              <a:cxnLst/>
              <a:rect r="r" b="b" t="t" l="l"/>
              <a:pathLst>
                <a:path h="5132070" w="251333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sp>
        <p:sp>
          <p:nvSpPr>
            <p:cNvPr name="Freeform 24" id="24"/>
            <p:cNvSpPr/>
            <p:nvPr/>
          </p:nvSpPr>
          <p:spPr>
            <a:xfrm flipH="false" flipV="false" rot="0">
              <a:off x="185420" y="156210"/>
              <a:ext cx="2250453" cy="4876800"/>
            </a:xfrm>
            <a:custGeom>
              <a:avLst/>
              <a:gdLst/>
              <a:ahLst/>
              <a:cxnLst/>
              <a:rect r="r" b="b" t="t" l="l"/>
              <a:pathLst>
                <a:path h="4876800" w="2250453">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a:blip r:embed="rId4"/>
              <a:stretch>
                <a:fillRect l="-58351" t="0" r="-58351" b="0"/>
              </a:stretch>
            </a:blipFill>
          </p:spPr>
        </p:sp>
        <p:sp>
          <p:nvSpPr>
            <p:cNvPr name="Freeform 25" id="25"/>
            <p:cNvSpPr/>
            <p:nvPr/>
          </p:nvSpPr>
          <p:spPr>
            <a:xfrm flipH="false" flipV="false" rot="0">
              <a:off x="1121410" y="198120"/>
              <a:ext cx="347980" cy="43180"/>
            </a:xfrm>
            <a:custGeom>
              <a:avLst/>
              <a:gdLst/>
              <a:ahLst/>
              <a:cxnLst/>
              <a:rect r="r" b="b" t="t" l="l"/>
              <a:pathLst>
                <a:path h="43180" w="3479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606060"/>
            </a:solidFill>
          </p:spPr>
        </p:sp>
        <p:sp>
          <p:nvSpPr>
            <p:cNvPr name="Freeform 26" id="26"/>
            <p:cNvSpPr/>
            <p:nvPr/>
          </p:nvSpPr>
          <p:spPr>
            <a:xfrm flipH="false" flipV="false" rot="0">
              <a:off x="1579738" y="187960"/>
              <a:ext cx="63785" cy="63501"/>
            </a:xfrm>
            <a:custGeom>
              <a:avLst/>
              <a:gdLst/>
              <a:ahLst/>
              <a:cxnLst/>
              <a:rect r="r" b="b" t="t" l="l"/>
              <a:pathLst>
                <a:path h="63501" w="63785">
                  <a:moveTo>
                    <a:pt x="31892" y="0"/>
                  </a:moveTo>
                  <a:cubicBezTo>
                    <a:pt x="20515" y="-51"/>
                    <a:pt x="9980" y="5989"/>
                    <a:pt x="4277" y="15834"/>
                  </a:cubicBezTo>
                  <a:cubicBezTo>
                    <a:pt x="-1426" y="25678"/>
                    <a:pt x="-1426" y="37822"/>
                    <a:pt x="4277" y="47666"/>
                  </a:cubicBezTo>
                  <a:cubicBezTo>
                    <a:pt x="9980" y="57511"/>
                    <a:pt x="20515" y="63551"/>
                    <a:pt x="31892" y="63500"/>
                  </a:cubicBezTo>
                  <a:cubicBezTo>
                    <a:pt x="43269" y="63551"/>
                    <a:pt x="53804" y="57511"/>
                    <a:pt x="59507" y="47666"/>
                  </a:cubicBezTo>
                  <a:cubicBezTo>
                    <a:pt x="65210" y="37822"/>
                    <a:pt x="65210" y="25678"/>
                    <a:pt x="59507" y="15834"/>
                  </a:cubicBezTo>
                  <a:cubicBezTo>
                    <a:pt x="53804" y="5989"/>
                    <a:pt x="43269" y="-51"/>
                    <a:pt x="31892" y="0"/>
                  </a:cubicBezTo>
                  <a:close/>
                </a:path>
              </a:pathLst>
            </a:custGeom>
            <a:solidFill>
              <a:srgbClr val="606060"/>
            </a:solidFill>
          </p:spPr>
        </p:sp>
        <p:sp>
          <p:nvSpPr>
            <p:cNvPr name="Freeform 27" id="27"/>
            <p:cNvSpPr/>
            <p:nvPr/>
          </p:nvSpPr>
          <p:spPr>
            <a:xfrm flipH="false" flipV="false" rot="0">
              <a:off x="0" y="685800"/>
              <a:ext cx="27940" cy="213360"/>
            </a:xfrm>
            <a:custGeom>
              <a:avLst/>
              <a:gdLst/>
              <a:ahLst/>
              <a:cxnLst/>
              <a:rect r="r" b="b" t="t" l="l"/>
              <a:pathLst>
                <a:path h="213360" w="2794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B8B8B8"/>
            </a:solidFill>
          </p:spPr>
        </p:sp>
        <p:sp>
          <p:nvSpPr>
            <p:cNvPr name="Freeform 28" id="28"/>
            <p:cNvSpPr/>
            <p:nvPr/>
          </p:nvSpPr>
          <p:spPr>
            <a:xfrm flipH="false" flipV="false" rot="0">
              <a:off x="0" y="1057910"/>
              <a:ext cx="27940" cy="384810"/>
            </a:xfrm>
            <a:custGeom>
              <a:avLst/>
              <a:gdLst/>
              <a:ahLst/>
              <a:cxnLst/>
              <a:rect r="r" b="b" t="t" l="l"/>
              <a:pathLst>
                <a:path h="384810" w="2794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B8B8B8"/>
            </a:solidFill>
          </p:spPr>
        </p:sp>
        <p:sp>
          <p:nvSpPr>
            <p:cNvPr name="Freeform 29" id="29"/>
            <p:cNvSpPr/>
            <p:nvPr/>
          </p:nvSpPr>
          <p:spPr>
            <a:xfrm flipH="false" flipV="false" rot="0">
              <a:off x="0" y="1526540"/>
              <a:ext cx="27940" cy="386080"/>
            </a:xfrm>
            <a:custGeom>
              <a:avLst/>
              <a:gdLst/>
              <a:ahLst/>
              <a:cxnLst/>
              <a:rect r="r" b="b" t="t" l="l"/>
              <a:pathLst>
                <a:path h="386080" w="2794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B8B8B8"/>
            </a:solidFill>
          </p:spPr>
        </p:sp>
        <p:sp>
          <p:nvSpPr>
            <p:cNvPr name="Freeform 30" id="30"/>
            <p:cNvSpPr/>
            <p:nvPr/>
          </p:nvSpPr>
          <p:spPr>
            <a:xfrm flipH="false" flipV="false" rot="0">
              <a:off x="2592070" y="1184910"/>
              <a:ext cx="27940" cy="618490"/>
            </a:xfrm>
            <a:custGeom>
              <a:avLst/>
              <a:gdLst/>
              <a:ahLst/>
              <a:cxnLst/>
              <a:rect r="r" b="b" t="t" l="l"/>
              <a:pathLst>
                <a:path h="618490" w="2794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B8B8B8"/>
            </a:solidFill>
          </p:spPr>
        </p:sp>
        <p:sp>
          <p:nvSpPr>
            <p:cNvPr name="Freeform 31" id="31"/>
            <p:cNvSpPr/>
            <p:nvPr/>
          </p:nvSpPr>
          <p:spPr>
            <a:xfrm flipH="false" flipV="false" rot="0">
              <a:off x="27940" y="0"/>
              <a:ext cx="2564130" cy="5182870"/>
            </a:xfrm>
            <a:custGeom>
              <a:avLst/>
              <a:gdLst/>
              <a:ahLst/>
              <a:cxnLst/>
              <a:rect r="r" b="b" t="t" l="l"/>
              <a:pathLst>
                <a:path h="5182870" w="256413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E9E9E9"/>
            </a:solidFill>
          </p:spPr>
        </p:sp>
      </p:grpSp>
      <p:grpSp>
        <p:nvGrpSpPr>
          <p:cNvPr name="Group 32" id="32"/>
          <p:cNvGrpSpPr>
            <a:grpSpLocks noChangeAspect="true"/>
          </p:cNvGrpSpPr>
          <p:nvPr/>
        </p:nvGrpSpPr>
        <p:grpSpPr>
          <a:xfrm rot="0">
            <a:off x="5038561" y="5143500"/>
            <a:ext cx="2919979" cy="5777681"/>
            <a:chOff x="0" y="0"/>
            <a:chExt cx="2620010" cy="5184140"/>
          </a:xfrm>
        </p:grpSpPr>
        <p:sp>
          <p:nvSpPr>
            <p:cNvPr name="Freeform 33" id="33"/>
            <p:cNvSpPr/>
            <p:nvPr/>
          </p:nvSpPr>
          <p:spPr>
            <a:xfrm flipH="false" flipV="false" rot="0">
              <a:off x="53340" y="25400"/>
              <a:ext cx="2513330" cy="5132070"/>
            </a:xfrm>
            <a:custGeom>
              <a:avLst/>
              <a:gdLst/>
              <a:ahLst/>
              <a:cxnLst/>
              <a:rect r="r" b="b" t="t" l="l"/>
              <a:pathLst>
                <a:path h="5132070" w="251333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sp>
        <p:sp>
          <p:nvSpPr>
            <p:cNvPr name="Freeform 34" id="34"/>
            <p:cNvSpPr/>
            <p:nvPr/>
          </p:nvSpPr>
          <p:spPr>
            <a:xfrm flipH="false" flipV="false" rot="0">
              <a:off x="185420" y="156210"/>
              <a:ext cx="2250453" cy="4876800"/>
            </a:xfrm>
            <a:custGeom>
              <a:avLst/>
              <a:gdLst/>
              <a:ahLst/>
              <a:cxnLst/>
              <a:rect r="r" b="b" t="t" l="l"/>
              <a:pathLst>
                <a:path h="4876800" w="2250453">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a:blip r:embed="rId4"/>
              <a:stretch>
                <a:fillRect l="-58351" t="0" r="-58351" b="0"/>
              </a:stretch>
            </a:blipFill>
          </p:spPr>
        </p:sp>
        <p:sp>
          <p:nvSpPr>
            <p:cNvPr name="Freeform 35" id="35"/>
            <p:cNvSpPr/>
            <p:nvPr/>
          </p:nvSpPr>
          <p:spPr>
            <a:xfrm flipH="false" flipV="false" rot="0">
              <a:off x="1121410" y="198120"/>
              <a:ext cx="347980" cy="43180"/>
            </a:xfrm>
            <a:custGeom>
              <a:avLst/>
              <a:gdLst/>
              <a:ahLst/>
              <a:cxnLst/>
              <a:rect r="r" b="b" t="t" l="l"/>
              <a:pathLst>
                <a:path h="43180" w="3479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606060"/>
            </a:solidFill>
          </p:spPr>
        </p:sp>
        <p:sp>
          <p:nvSpPr>
            <p:cNvPr name="Freeform 36" id="36"/>
            <p:cNvSpPr/>
            <p:nvPr/>
          </p:nvSpPr>
          <p:spPr>
            <a:xfrm flipH="false" flipV="false" rot="0">
              <a:off x="1579738" y="187960"/>
              <a:ext cx="63785" cy="63501"/>
            </a:xfrm>
            <a:custGeom>
              <a:avLst/>
              <a:gdLst/>
              <a:ahLst/>
              <a:cxnLst/>
              <a:rect r="r" b="b" t="t" l="l"/>
              <a:pathLst>
                <a:path h="63501" w="63785">
                  <a:moveTo>
                    <a:pt x="31892" y="0"/>
                  </a:moveTo>
                  <a:cubicBezTo>
                    <a:pt x="20515" y="-51"/>
                    <a:pt x="9980" y="5989"/>
                    <a:pt x="4277" y="15834"/>
                  </a:cubicBezTo>
                  <a:cubicBezTo>
                    <a:pt x="-1426" y="25678"/>
                    <a:pt x="-1426" y="37822"/>
                    <a:pt x="4277" y="47666"/>
                  </a:cubicBezTo>
                  <a:cubicBezTo>
                    <a:pt x="9980" y="57511"/>
                    <a:pt x="20515" y="63551"/>
                    <a:pt x="31892" y="63500"/>
                  </a:cubicBezTo>
                  <a:cubicBezTo>
                    <a:pt x="43269" y="63551"/>
                    <a:pt x="53804" y="57511"/>
                    <a:pt x="59507" y="47666"/>
                  </a:cubicBezTo>
                  <a:cubicBezTo>
                    <a:pt x="65210" y="37822"/>
                    <a:pt x="65210" y="25678"/>
                    <a:pt x="59507" y="15834"/>
                  </a:cubicBezTo>
                  <a:cubicBezTo>
                    <a:pt x="53804" y="5989"/>
                    <a:pt x="43269" y="-51"/>
                    <a:pt x="31892" y="0"/>
                  </a:cubicBezTo>
                  <a:close/>
                </a:path>
              </a:pathLst>
            </a:custGeom>
            <a:solidFill>
              <a:srgbClr val="606060"/>
            </a:solidFill>
          </p:spPr>
        </p:sp>
        <p:sp>
          <p:nvSpPr>
            <p:cNvPr name="Freeform 37" id="37"/>
            <p:cNvSpPr/>
            <p:nvPr/>
          </p:nvSpPr>
          <p:spPr>
            <a:xfrm flipH="false" flipV="false" rot="0">
              <a:off x="0" y="685800"/>
              <a:ext cx="27940" cy="213360"/>
            </a:xfrm>
            <a:custGeom>
              <a:avLst/>
              <a:gdLst/>
              <a:ahLst/>
              <a:cxnLst/>
              <a:rect r="r" b="b" t="t" l="l"/>
              <a:pathLst>
                <a:path h="213360" w="2794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B8B8B8"/>
            </a:solidFill>
          </p:spPr>
        </p:sp>
        <p:sp>
          <p:nvSpPr>
            <p:cNvPr name="Freeform 38" id="38"/>
            <p:cNvSpPr/>
            <p:nvPr/>
          </p:nvSpPr>
          <p:spPr>
            <a:xfrm flipH="false" flipV="false" rot="0">
              <a:off x="0" y="1057910"/>
              <a:ext cx="27940" cy="384810"/>
            </a:xfrm>
            <a:custGeom>
              <a:avLst/>
              <a:gdLst/>
              <a:ahLst/>
              <a:cxnLst/>
              <a:rect r="r" b="b" t="t" l="l"/>
              <a:pathLst>
                <a:path h="384810" w="2794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B8B8B8"/>
            </a:solidFill>
          </p:spPr>
        </p:sp>
        <p:sp>
          <p:nvSpPr>
            <p:cNvPr name="Freeform 39" id="39"/>
            <p:cNvSpPr/>
            <p:nvPr/>
          </p:nvSpPr>
          <p:spPr>
            <a:xfrm flipH="false" flipV="false" rot="0">
              <a:off x="0" y="1526540"/>
              <a:ext cx="27940" cy="386080"/>
            </a:xfrm>
            <a:custGeom>
              <a:avLst/>
              <a:gdLst/>
              <a:ahLst/>
              <a:cxnLst/>
              <a:rect r="r" b="b" t="t" l="l"/>
              <a:pathLst>
                <a:path h="386080" w="2794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B8B8B8"/>
            </a:solidFill>
          </p:spPr>
        </p:sp>
        <p:sp>
          <p:nvSpPr>
            <p:cNvPr name="Freeform 40" id="40"/>
            <p:cNvSpPr/>
            <p:nvPr/>
          </p:nvSpPr>
          <p:spPr>
            <a:xfrm flipH="false" flipV="false" rot="0">
              <a:off x="2592070" y="1184910"/>
              <a:ext cx="27940" cy="618490"/>
            </a:xfrm>
            <a:custGeom>
              <a:avLst/>
              <a:gdLst/>
              <a:ahLst/>
              <a:cxnLst/>
              <a:rect r="r" b="b" t="t" l="l"/>
              <a:pathLst>
                <a:path h="618490" w="2794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B8B8B8"/>
            </a:solidFill>
          </p:spPr>
        </p:sp>
        <p:sp>
          <p:nvSpPr>
            <p:cNvPr name="Freeform 41" id="41"/>
            <p:cNvSpPr/>
            <p:nvPr/>
          </p:nvSpPr>
          <p:spPr>
            <a:xfrm flipH="false" flipV="false" rot="0">
              <a:off x="27940" y="0"/>
              <a:ext cx="2564130" cy="5182870"/>
            </a:xfrm>
            <a:custGeom>
              <a:avLst/>
              <a:gdLst/>
              <a:ahLst/>
              <a:cxnLst/>
              <a:rect r="r" b="b" t="t" l="l"/>
              <a:pathLst>
                <a:path h="5182870" w="256413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E9E9E9"/>
            </a:solidFill>
          </p:spPr>
        </p:sp>
      </p:grpSp>
      <p:grpSp>
        <p:nvGrpSpPr>
          <p:cNvPr name="Group 42" id="42"/>
          <p:cNvGrpSpPr>
            <a:grpSpLocks noChangeAspect="true"/>
          </p:cNvGrpSpPr>
          <p:nvPr/>
        </p:nvGrpSpPr>
        <p:grpSpPr>
          <a:xfrm rot="0">
            <a:off x="12697923" y="6476535"/>
            <a:ext cx="2246277" cy="4444645"/>
            <a:chOff x="0" y="0"/>
            <a:chExt cx="2620010" cy="5184140"/>
          </a:xfrm>
        </p:grpSpPr>
        <p:sp>
          <p:nvSpPr>
            <p:cNvPr name="Freeform 43" id="43"/>
            <p:cNvSpPr/>
            <p:nvPr/>
          </p:nvSpPr>
          <p:spPr>
            <a:xfrm flipH="false" flipV="false" rot="0">
              <a:off x="53340" y="25400"/>
              <a:ext cx="2513330" cy="5132070"/>
            </a:xfrm>
            <a:custGeom>
              <a:avLst/>
              <a:gdLst/>
              <a:ahLst/>
              <a:cxnLst/>
              <a:rect r="r" b="b" t="t" l="l"/>
              <a:pathLst>
                <a:path h="5132070" w="251333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sp>
        <p:sp>
          <p:nvSpPr>
            <p:cNvPr name="Freeform 44" id="44"/>
            <p:cNvSpPr/>
            <p:nvPr/>
          </p:nvSpPr>
          <p:spPr>
            <a:xfrm flipH="false" flipV="false" rot="0">
              <a:off x="185420" y="156210"/>
              <a:ext cx="2250453" cy="4876800"/>
            </a:xfrm>
            <a:custGeom>
              <a:avLst/>
              <a:gdLst/>
              <a:ahLst/>
              <a:cxnLst/>
              <a:rect r="r" b="b" t="t" l="l"/>
              <a:pathLst>
                <a:path h="4876800" w="2250453">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a:blip r:embed="rId4"/>
              <a:stretch>
                <a:fillRect l="-58351" t="0" r="-58351" b="0"/>
              </a:stretch>
            </a:blipFill>
          </p:spPr>
        </p:sp>
        <p:sp>
          <p:nvSpPr>
            <p:cNvPr name="Freeform 45" id="45"/>
            <p:cNvSpPr/>
            <p:nvPr/>
          </p:nvSpPr>
          <p:spPr>
            <a:xfrm flipH="false" flipV="false" rot="0">
              <a:off x="1121410" y="198120"/>
              <a:ext cx="347980" cy="43180"/>
            </a:xfrm>
            <a:custGeom>
              <a:avLst/>
              <a:gdLst/>
              <a:ahLst/>
              <a:cxnLst/>
              <a:rect r="r" b="b" t="t" l="l"/>
              <a:pathLst>
                <a:path h="43180" w="3479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606060"/>
            </a:solidFill>
          </p:spPr>
        </p:sp>
        <p:sp>
          <p:nvSpPr>
            <p:cNvPr name="Freeform 46" id="46"/>
            <p:cNvSpPr/>
            <p:nvPr/>
          </p:nvSpPr>
          <p:spPr>
            <a:xfrm flipH="false" flipV="false" rot="0">
              <a:off x="1579738" y="187960"/>
              <a:ext cx="63785" cy="63501"/>
            </a:xfrm>
            <a:custGeom>
              <a:avLst/>
              <a:gdLst/>
              <a:ahLst/>
              <a:cxnLst/>
              <a:rect r="r" b="b" t="t" l="l"/>
              <a:pathLst>
                <a:path h="63501" w="63785">
                  <a:moveTo>
                    <a:pt x="31892" y="0"/>
                  </a:moveTo>
                  <a:cubicBezTo>
                    <a:pt x="20515" y="-51"/>
                    <a:pt x="9980" y="5989"/>
                    <a:pt x="4277" y="15834"/>
                  </a:cubicBezTo>
                  <a:cubicBezTo>
                    <a:pt x="-1426" y="25678"/>
                    <a:pt x="-1426" y="37822"/>
                    <a:pt x="4277" y="47666"/>
                  </a:cubicBezTo>
                  <a:cubicBezTo>
                    <a:pt x="9980" y="57511"/>
                    <a:pt x="20515" y="63551"/>
                    <a:pt x="31892" y="63500"/>
                  </a:cubicBezTo>
                  <a:cubicBezTo>
                    <a:pt x="43269" y="63551"/>
                    <a:pt x="53804" y="57511"/>
                    <a:pt x="59507" y="47666"/>
                  </a:cubicBezTo>
                  <a:cubicBezTo>
                    <a:pt x="65210" y="37822"/>
                    <a:pt x="65210" y="25678"/>
                    <a:pt x="59507" y="15834"/>
                  </a:cubicBezTo>
                  <a:cubicBezTo>
                    <a:pt x="53804" y="5989"/>
                    <a:pt x="43269" y="-51"/>
                    <a:pt x="31892" y="0"/>
                  </a:cubicBezTo>
                  <a:close/>
                </a:path>
              </a:pathLst>
            </a:custGeom>
            <a:solidFill>
              <a:srgbClr val="606060"/>
            </a:solidFill>
          </p:spPr>
        </p:sp>
        <p:sp>
          <p:nvSpPr>
            <p:cNvPr name="Freeform 47" id="47"/>
            <p:cNvSpPr/>
            <p:nvPr/>
          </p:nvSpPr>
          <p:spPr>
            <a:xfrm flipH="false" flipV="false" rot="0">
              <a:off x="0" y="685800"/>
              <a:ext cx="27940" cy="213360"/>
            </a:xfrm>
            <a:custGeom>
              <a:avLst/>
              <a:gdLst/>
              <a:ahLst/>
              <a:cxnLst/>
              <a:rect r="r" b="b" t="t" l="l"/>
              <a:pathLst>
                <a:path h="213360" w="2794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B8B8B8"/>
            </a:solidFill>
          </p:spPr>
        </p:sp>
        <p:sp>
          <p:nvSpPr>
            <p:cNvPr name="Freeform 48" id="48"/>
            <p:cNvSpPr/>
            <p:nvPr/>
          </p:nvSpPr>
          <p:spPr>
            <a:xfrm flipH="false" flipV="false" rot="0">
              <a:off x="0" y="1057910"/>
              <a:ext cx="27940" cy="384810"/>
            </a:xfrm>
            <a:custGeom>
              <a:avLst/>
              <a:gdLst/>
              <a:ahLst/>
              <a:cxnLst/>
              <a:rect r="r" b="b" t="t" l="l"/>
              <a:pathLst>
                <a:path h="384810" w="2794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B8B8B8"/>
            </a:solidFill>
          </p:spPr>
        </p:sp>
        <p:sp>
          <p:nvSpPr>
            <p:cNvPr name="Freeform 49" id="49"/>
            <p:cNvSpPr/>
            <p:nvPr/>
          </p:nvSpPr>
          <p:spPr>
            <a:xfrm flipH="false" flipV="false" rot="0">
              <a:off x="0" y="1526540"/>
              <a:ext cx="27940" cy="386080"/>
            </a:xfrm>
            <a:custGeom>
              <a:avLst/>
              <a:gdLst/>
              <a:ahLst/>
              <a:cxnLst/>
              <a:rect r="r" b="b" t="t" l="l"/>
              <a:pathLst>
                <a:path h="386080" w="2794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B8B8B8"/>
            </a:solidFill>
          </p:spPr>
        </p:sp>
        <p:sp>
          <p:nvSpPr>
            <p:cNvPr name="Freeform 50" id="50"/>
            <p:cNvSpPr/>
            <p:nvPr/>
          </p:nvSpPr>
          <p:spPr>
            <a:xfrm flipH="false" flipV="false" rot="0">
              <a:off x="2592070" y="1184910"/>
              <a:ext cx="27940" cy="618490"/>
            </a:xfrm>
            <a:custGeom>
              <a:avLst/>
              <a:gdLst/>
              <a:ahLst/>
              <a:cxnLst/>
              <a:rect r="r" b="b" t="t" l="l"/>
              <a:pathLst>
                <a:path h="618490" w="2794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B8B8B8"/>
            </a:solidFill>
          </p:spPr>
        </p:sp>
        <p:sp>
          <p:nvSpPr>
            <p:cNvPr name="Freeform 51" id="51"/>
            <p:cNvSpPr/>
            <p:nvPr/>
          </p:nvSpPr>
          <p:spPr>
            <a:xfrm flipH="false" flipV="false" rot="0">
              <a:off x="27940" y="0"/>
              <a:ext cx="2564130" cy="5182870"/>
            </a:xfrm>
            <a:custGeom>
              <a:avLst/>
              <a:gdLst/>
              <a:ahLst/>
              <a:cxnLst/>
              <a:rect r="r" b="b" t="t" l="l"/>
              <a:pathLst>
                <a:path h="5182870" w="256413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E9E9E9"/>
            </a:solidFill>
          </p:spPr>
        </p:sp>
      </p:grpSp>
      <p:grpSp>
        <p:nvGrpSpPr>
          <p:cNvPr name="Group 52" id="52"/>
          <p:cNvGrpSpPr>
            <a:grpSpLocks noChangeAspect="true"/>
          </p:cNvGrpSpPr>
          <p:nvPr/>
        </p:nvGrpSpPr>
        <p:grpSpPr>
          <a:xfrm rot="0">
            <a:off x="3343800" y="6476535"/>
            <a:ext cx="2246277" cy="4444645"/>
            <a:chOff x="0" y="0"/>
            <a:chExt cx="2620010" cy="5184140"/>
          </a:xfrm>
        </p:grpSpPr>
        <p:sp>
          <p:nvSpPr>
            <p:cNvPr name="Freeform 53" id="53"/>
            <p:cNvSpPr/>
            <p:nvPr/>
          </p:nvSpPr>
          <p:spPr>
            <a:xfrm flipH="false" flipV="false" rot="0">
              <a:off x="53340" y="25400"/>
              <a:ext cx="2513330" cy="5132070"/>
            </a:xfrm>
            <a:custGeom>
              <a:avLst/>
              <a:gdLst/>
              <a:ahLst/>
              <a:cxnLst/>
              <a:rect r="r" b="b" t="t" l="l"/>
              <a:pathLst>
                <a:path h="5132070" w="251333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sp>
        <p:sp>
          <p:nvSpPr>
            <p:cNvPr name="Freeform 54" id="54"/>
            <p:cNvSpPr/>
            <p:nvPr/>
          </p:nvSpPr>
          <p:spPr>
            <a:xfrm flipH="false" flipV="false" rot="0">
              <a:off x="185420" y="156210"/>
              <a:ext cx="2250453" cy="4876800"/>
            </a:xfrm>
            <a:custGeom>
              <a:avLst/>
              <a:gdLst/>
              <a:ahLst/>
              <a:cxnLst/>
              <a:rect r="r" b="b" t="t" l="l"/>
              <a:pathLst>
                <a:path h="4876800" w="2250453">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a:blip r:embed="rId4"/>
              <a:stretch>
                <a:fillRect l="-58351" t="0" r="-58351" b="0"/>
              </a:stretch>
            </a:blipFill>
          </p:spPr>
        </p:sp>
        <p:sp>
          <p:nvSpPr>
            <p:cNvPr name="Freeform 55" id="55"/>
            <p:cNvSpPr/>
            <p:nvPr/>
          </p:nvSpPr>
          <p:spPr>
            <a:xfrm flipH="false" flipV="false" rot="0">
              <a:off x="1121410" y="198120"/>
              <a:ext cx="347980" cy="43180"/>
            </a:xfrm>
            <a:custGeom>
              <a:avLst/>
              <a:gdLst/>
              <a:ahLst/>
              <a:cxnLst/>
              <a:rect r="r" b="b" t="t" l="l"/>
              <a:pathLst>
                <a:path h="43180" w="3479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606060"/>
            </a:solidFill>
          </p:spPr>
        </p:sp>
        <p:sp>
          <p:nvSpPr>
            <p:cNvPr name="Freeform 56" id="56"/>
            <p:cNvSpPr/>
            <p:nvPr/>
          </p:nvSpPr>
          <p:spPr>
            <a:xfrm flipH="false" flipV="false" rot="0">
              <a:off x="1579738" y="187960"/>
              <a:ext cx="63785" cy="63501"/>
            </a:xfrm>
            <a:custGeom>
              <a:avLst/>
              <a:gdLst/>
              <a:ahLst/>
              <a:cxnLst/>
              <a:rect r="r" b="b" t="t" l="l"/>
              <a:pathLst>
                <a:path h="63501" w="63785">
                  <a:moveTo>
                    <a:pt x="31892" y="0"/>
                  </a:moveTo>
                  <a:cubicBezTo>
                    <a:pt x="20515" y="-51"/>
                    <a:pt x="9980" y="5989"/>
                    <a:pt x="4277" y="15834"/>
                  </a:cubicBezTo>
                  <a:cubicBezTo>
                    <a:pt x="-1426" y="25678"/>
                    <a:pt x="-1426" y="37822"/>
                    <a:pt x="4277" y="47666"/>
                  </a:cubicBezTo>
                  <a:cubicBezTo>
                    <a:pt x="9980" y="57511"/>
                    <a:pt x="20515" y="63551"/>
                    <a:pt x="31892" y="63500"/>
                  </a:cubicBezTo>
                  <a:cubicBezTo>
                    <a:pt x="43269" y="63551"/>
                    <a:pt x="53804" y="57511"/>
                    <a:pt x="59507" y="47666"/>
                  </a:cubicBezTo>
                  <a:cubicBezTo>
                    <a:pt x="65210" y="37822"/>
                    <a:pt x="65210" y="25678"/>
                    <a:pt x="59507" y="15834"/>
                  </a:cubicBezTo>
                  <a:cubicBezTo>
                    <a:pt x="53804" y="5989"/>
                    <a:pt x="43269" y="-51"/>
                    <a:pt x="31892" y="0"/>
                  </a:cubicBezTo>
                  <a:close/>
                </a:path>
              </a:pathLst>
            </a:custGeom>
            <a:solidFill>
              <a:srgbClr val="606060"/>
            </a:solidFill>
          </p:spPr>
        </p:sp>
        <p:sp>
          <p:nvSpPr>
            <p:cNvPr name="Freeform 57" id="57"/>
            <p:cNvSpPr/>
            <p:nvPr/>
          </p:nvSpPr>
          <p:spPr>
            <a:xfrm flipH="false" flipV="false" rot="0">
              <a:off x="0" y="685800"/>
              <a:ext cx="27940" cy="213360"/>
            </a:xfrm>
            <a:custGeom>
              <a:avLst/>
              <a:gdLst/>
              <a:ahLst/>
              <a:cxnLst/>
              <a:rect r="r" b="b" t="t" l="l"/>
              <a:pathLst>
                <a:path h="213360" w="2794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B8B8B8"/>
            </a:solidFill>
          </p:spPr>
        </p:sp>
        <p:sp>
          <p:nvSpPr>
            <p:cNvPr name="Freeform 58" id="58"/>
            <p:cNvSpPr/>
            <p:nvPr/>
          </p:nvSpPr>
          <p:spPr>
            <a:xfrm flipH="false" flipV="false" rot="0">
              <a:off x="0" y="1057910"/>
              <a:ext cx="27940" cy="384810"/>
            </a:xfrm>
            <a:custGeom>
              <a:avLst/>
              <a:gdLst/>
              <a:ahLst/>
              <a:cxnLst/>
              <a:rect r="r" b="b" t="t" l="l"/>
              <a:pathLst>
                <a:path h="384810" w="2794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B8B8B8"/>
            </a:solidFill>
          </p:spPr>
        </p:sp>
        <p:sp>
          <p:nvSpPr>
            <p:cNvPr name="Freeform 59" id="59"/>
            <p:cNvSpPr/>
            <p:nvPr/>
          </p:nvSpPr>
          <p:spPr>
            <a:xfrm flipH="false" flipV="false" rot="0">
              <a:off x="0" y="1526540"/>
              <a:ext cx="27940" cy="386080"/>
            </a:xfrm>
            <a:custGeom>
              <a:avLst/>
              <a:gdLst/>
              <a:ahLst/>
              <a:cxnLst/>
              <a:rect r="r" b="b" t="t" l="l"/>
              <a:pathLst>
                <a:path h="386080" w="2794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B8B8B8"/>
            </a:solidFill>
          </p:spPr>
        </p:sp>
        <p:sp>
          <p:nvSpPr>
            <p:cNvPr name="Freeform 60" id="60"/>
            <p:cNvSpPr/>
            <p:nvPr/>
          </p:nvSpPr>
          <p:spPr>
            <a:xfrm flipH="false" flipV="false" rot="0">
              <a:off x="2592070" y="1184910"/>
              <a:ext cx="27940" cy="618490"/>
            </a:xfrm>
            <a:custGeom>
              <a:avLst/>
              <a:gdLst/>
              <a:ahLst/>
              <a:cxnLst/>
              <a:rect r="r" b="b" t="t" l="l"/>
              <a:pathLst>
                <a:path h="618490" w="2794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B8B8B8"/>
            </a:solidFill>
          </p:spPr>
        </p:sp>
        <p:sp>
          <p:nvSpPr>
            <p:cNvPr name="Freeform 61" id="61"/>
            <p:cNvSpPr/>
            <p:nvPr/>
          </p:nvSpPr>
          <p:spPr>
            <a:xfrm flipH="false" flipV="false" rot="0">
              <a:off x="27940" y="0"/>
              <a:ext cx="2564130" cy="5182870"/>
            </a:xfrm>
            <a:custGeom>
              <a:avLst/>
              <a:gdLst/>
              <a:ahLst/>
              <a:cxnLst/>
              <a:rect r="r" b="b" t="t" l="l"/>
              <a:pathLst>
                <a:path h="5182870" w="256413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E9E9E9"/>
            </a:solidFill>
          </p:spPr>
        </p:sp>
      </p:grpSp>
      <p:sp>
        <p:nvSpPr>
          <p:cNvPr name="TextBox 62" id="62"/>
          <p:cNvSpPr txBox="true"/>
          <p:nvPr/>
        </p:nvSpPr>
        <p:spPr>
          <a:xfrm rot="0">
            <a:off x="1039108" y="517674"/>
            <a:ext cx="1547756"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Studio Shodwe</a:t>
            </a:r>
          </a:p>
        </p:txBody>
      </p:sp>
      <p:sp>
        <p:nvSpPr>
          <p:cNvPr name="TextBox 63" id="63"/>
          <p:cNvSpPr txBox="true"/>
          <p:nvPr/>
        </p:nvSpPr>
        <p:spPr>
          <a:xfrm rot="0">
            <a:off x="15940842" y="517674"/>
            <a:ext cx="978460"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Contact</a:t>
            </a:r>
          </a:p>
        </p:txBody>
      </p:sp>
      <p:sp>
        <p:nvSpPr>
          <p:cNvPr name="TextBox 64" id="64"/>
          <p:cNvSpPr txBox="true"/>
          <p:nvPr/>
        </p:nvSpPr>
        <p:spPr>
          <a:xfrm rot="0">
            <a:off x="14385046" y="517674"/>
            <a:ext cx="1060497"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About Us</a:t>
            </a:r>
          </a:p>
        </p:txBody>
      </p:sp>
      <p:sp>
        <p:nvSpPr>
          <p:cNvPr name="TextBox 65" id="65"/>
          <p:cNvSpPr txBox="true"/>
          <p:nvPr/>
        </p:nvSpPr>
        <p:spPr>
          <a:xfrm rot="0">
            <a:off x="13154289" y="517674"/>
            <a:ext cx="735456"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Photo</a:t>
            </a:r>
          </a:p>
        </p:txBody>
      </p:sp>
      <p:sp>
        <p:nvSpPr>
          <p:cNvPr name="TextBox 66" id="66"/>
          <p:cNvSpPr txBox="true"/>
          <p:nvPr/>
        </p:nvSpPr>
        <p:spPr>
          <a:xfrm rot="0">
            <a:off x="11898530" y="517674"/>
            <a:ext cx="809760"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Home</a:t>
            </a:r>
          </a:p>
        </p:txBody>
      </p:sp>
      <p:sp>
        <p:nvSpPr>
          <p:cNvPr name="TextBox 67" id="67"/>
          <p:cNvSpPr txBox="true"/>
          <p:nvPr/>
        </p:nvSpPr>
        <p:spPr>
          <a:xfrm rot="0">
            <a:off x="3902954" y="1420400"/>
            <a:ext cx="10482091" cy="2137454"/>
          </a:xfrm>
          <a:prstGeom prst="rect">
            <a:avLst/>
          </a:prstGeom>
        </p:spPr>
        <p:txBody>
          <a:bodyPr anchor="t" rtlCol="false" tIns="0" lIns="0" bIns="0" rIns="0">
            <a:spAutoFit/>
          </a:bodyPr>
          <a:lstStyle/>
          <a:p>
            <a:pPr algn="ctr">
              <a:lnSpc>
                <a:spcPts val="16583"/>
              </a:lnSpc>
              <a:spcBef>
                <a:spcPct val="0"/>
              </a:spcBef>
            </a:pPr>
            <a:r>
              <a:rPr lang="en-US" b="true" sz="11845">
                <a:solidFill>
                  <a:srgbClr val="335ACF"/>
                </a:solidFill>
                <a:latin typeface="Poppins Bold"/>
                <a:ea typeface="Poppins Bold"/>
                <a:cs typeface="Poppins Bold"/>
                <a:sym typeface="Poppins Bold"/>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DAHYXl1z0w4</dc:identifier>
  <dcterms:modified xsi:type="dcterms:W3CDTF">2011-08-01T06:04:30Z</dcterms:modified>
  <cp:revision>1</cp:revision>
  <dc:title>Blue Modern Mobile Application Presentation</dc:title>
</cp:coreProperties>
</file>